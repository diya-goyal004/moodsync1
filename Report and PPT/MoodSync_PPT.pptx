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8" r:id="rId8"/>
    <p:sldId id="261" r:id="rId9"/>
    <p:sldId id="264" r:id="rId10"/>
    <p:sldId id="267" r:id="rId11"/>
    <p:sldId id="265" r:id="rId12"/>
    <p:sldId id="266" r:id="rId13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2Ifvpd6h3chVOTPWhC12syAzG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9" d="100"/>
          <a:sy n="49" d="100"/>
        </p:scale>
        <p:origin x="1780" y="3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D55A1AA6-4132-25E9-138B-DAAC76B5F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>
            <a:extLst>
              <a:ext uri="{FF2B5EF4-FFF2-40B4-BE49-F238E27FC236}">
                <a16:creationId xmlns:a16="http://schemas.microsoft.com/office/drawing/2014/main" id="{A8EB02CD-62D5-EA9F-8427-BF3A43EA9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:notes">
            <a:extLst>
              <a:ext uri="{FF2B5EF4-FFF2-40B4-BE49-F238E27FC236}">
                <a16:creationId xmlns:a16="http://schemas.microsoft.com/office/drawing/2014/main" id="{DD72903E-FB51-905D-A2D6-A86F8DF907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9602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CCB8FB64-4D77-5882-3517-DB813452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>
            <a:extLst>
              <a:ext uri="{FF2B5EF4-FFF2-40B4-BE49-F238E27FC236}">
                <a16:creationId xmlns:a16="http://schemas.microsoft.com/office/drawing/2014/main" id="{18A7781D-CD99-FBF8-C3AD-EBADBEADD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>
            <a:extLst>
              <a:ext uri="{FF2B5EF4-FFF2-40B4-BE49-F238E27FC236}">
                <a16:creationId xmlns:a16="http://schemas.microsoft.com/office/drawing/2014/main" id="{7175FA15-2DEE-54B1-E544-13CA61AB2D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5571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2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2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2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16;p12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2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12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2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2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22;p12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2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Google Shape;24;p12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nanthu017/emotion-detection-fe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(Module-2)(22CS421) 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MOODSYNC</a:t>
            </a:r>
            <a:endParaRPr sz="20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Diya Goyal (2210994878)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Sakshi Gupta (2210992228)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Simarjit Kaur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2"/>
          <p:cNvGrpSpPr/>
          <p:nvPr/>
        </p:nvGrpSpPr>
        <p:grpSpPr>
          <a:xfrm>
            <a:off x="167339" y="846606"/>
            <a:ext cx="8835389" cy="5518800"/>
            <a:chOff x="0" y="-76200"/>
            <a:chExt cx="4253938" cy="1831383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4243024" cy="1755183"/>
            </a:xfrm>
            <a:custGeom>
              <a:avLst/>
              <a:gdLst/>
              <a:ahLst/>
              <a:cxnLst/>
              <a:rect l="l" t="t" r="r" b="b"/>
              <a:pathLst>
                <a:path w="4253938" h="1755183" extrusionOk="0">
                  <a:moveTo>
                    <a:pt x="0" y="0"/>
                  </a:moveTo>
                  <a:lnTo>
                    <a:pt x="4253938" y="0"/>
                  </a:lnTo>
                  <a:lnTo>
                    <a:pt x="4253938" y="1755183"/>
                  </a:lnTo>
                  <a:lnTo>
                    <a:pt x="0" y="1755183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0" y="-76200"/>
              <a:ext cx="4253938" cy="1831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2"/>
          <p:cNvGrpSpPr/>
          <p:nvPr/>
        </p:nvGrpSpPr>
        <p:grpSpPr>
          <a:xfrm>
            <a:off x="6584391" y="1157350"/>
            <a:ext cx="2250998" cy="4996869"/>
            <a:chOff x="0" y="1270"/>
            <a:chExt cx="3289300" cy="6353810"/>
          </a:xfrm>
        </p:grpSpPr>
        <p:sp>
          <p:nvSpPr>
            <p:cNvPr id="96" name="Google Shape;96;p2"/>
            <p:cNvSpPr/>
            <p:nvPr/>
          </p:nvSpPr>
          <p:spPr>
            <a:xfrm>
              <a:off x="0" y="1270"/>
              <a:ext cx="3289300" cy="6353810"/>
            </a:xfrm>
            <a:custGeom>
              <a:avLst/>
              <a:gdLst/>
              <a:ahLst/>
              <a:cxnLst/>
              <a:rect l="l" t="t" r="r" b="b"/>
              <a:pathLst>
                <a:path w="3289300" h="6353810" extrusionOk="0">
                  <a:moveTo>
                    <a:pt x="3289300" y="6353810"/>
                  </a:moveTo>
                  <a:lnTo>
                    <a:pt x="0" y="6353810"/>
                  </a:lnTo>
                  <a:lnTo>
                    <a:pt x="0" y="0"/>
                  </a:lnTo>
                  <a:lnTo>
                    <a:pt x="3289300" y="0"/>
                  </a:lnTo>
                  <a:lnTo>
                    <a:pt x="3289300" y="6353810"/>
                  </a:lnTo>
                  <a:close/>
                </a:path>
              </a:pathLst>
            </a:custGeom>
            <a:solidFill>
              <a:srgbClr val="F1EEEA"/>
            </a:solidFill>
            <a:ln>
              <a:noFill/>
            </a:ln>
          </p:spPr>
        </p:sp>
        <p:sp>
          <p:nvSpPr>
            <p:cNvPr id="97" name="Google Shape;97;p2"/>
            <p:cNvSpPr/>
            <p:nvPr/>
          </p:nvSpPr>
          <p:spPr>
            <a:xfrm>
              <a:off x="179070" y="3233420"/>
              <a:ext cx="2928620" cy="2940050"/>
            </a:xfrm>
            <a:custGeom>
              <a:avLst/>
              <a:gdLst/>
              <a:ahLst/>
              <a:cxnLst/>
              <a:rect l="l" t="t" r="r" b="b"/>
              <a:pathLst>
                <a:path w="2928620" h="2940050" extrusionOk="0">
                  <a:moveTo>
                    <a:pt x="2928620" y="2940050"/>
                  </a:moveTo>
                  <a:lnTo>
                    <a:pt x="0" y="2940050"/>
                  </a:lnTo>
                  <a:lnTo>
                    <a:pt x="0" y="0"/>
                  </a:lnTo>
                  <a:lnTo>
                    <a:pt x="2928620" y="0"/>
                  </a:lnTo>
                  <a:lnTo>
                    <a:pt x="2928620" y="2940050"/>
                  </a:lnTo>
                  <a:lnTo>
                    <a:pt x="2928620" y="294005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480" r="-25478"/>
              </a:stretch>
            </a:blipFill>
            <a:ln>
              <a:noFill/>
            </a:ln>
          </p:spPr>
        </p:sp>
        <p:sp>
          <p:nvSpPr>
            <p:cNvPr id="98" name="Google Shape;98;p2"/>
            <p:cNvSpPr/>
            <p:nvPr/>
          </p:nvSpPr>
          <p:spPr>
            <a:xfrm>
              <a:off x="181610" y="180340"/>
              <a:ext cx="2928620" cy="2940050"/>
            </a:xfrm>
            <a:custGeom>
              <a:avLst/>
              <a:gdLst/>
              <a:ahLst/>
              <a:cxnLst/>
              <a:rect l="l" t="t" r="r" b="b"/>
              <a:pathLst>
                <a:path w="2928620" h="2940050" extrusionOk="0">
                  <a:moveTo>
                    <a:pt x="2928620" y="2940050"/>
                  </a:moveTo>
                  <a:lnTo>
                    <a:pt x="0" y="2940050"/>
                  </a:lnTo>
                  <a:lnTo>
                    <a:pt x="0" y="0"/>
                  </a:lnTo>
                  <a:lnTo>
                    <a:pt x="2928620" y="0"/>
                  </a:lnTo>
                  <a:lnTo>
                    <a:pt x="2928620" y="2940050"/>
                  </a:lnTo>
                  <a:lnTo>
                    <a:pt x="2928620" y="294005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l="-25337" r="-25337"/>
              </a:stretch>
            </a:blipFill>
            <a:ln>
              <a:noFill/>
            </a:ln>
          </p:spPr>
        </p:sp>
        <p:sp>
          <p:nvSpPr>
            <p:cNvPr id="99" name="Google Shape;99;p2"/>
            <p:cNvSpPr/>
            <p:nvPr/>
          </p:nvSpPr>
          <p:spPr>
            <a:xfrm>
              <a:off x="54610" y="439420"/>
              <a:ext cx="3173730" cy="5429250"/>
            </a:xfrm>
            <a:custGeom>
              <a:avLst/>
              <a:gdLst/>
              <a:ahLst/>
              <a:cxnLst/>
              <a:rect l="l" t="t" r="r" b="b"/>
              <a:pathLst>
                <a:path w="3173730" h="5429250" extrusionOk="0">
                  <a:moveTo>
                    <a:pt x="3117850" y="751840"/>
                  </a:moveTo>
                  <a:lnTo>
                    <a:pt x="3117850" y="716280"/>
                  </a:lnTo>
                  <a:lnTo>
                    <a:pt x="3129280" y="716280"/>
                  </a:lnTo>
                  <a:lnTo>
                    <a:pt x="3129280" y="740410"/>
                  </a:lnTo>
                  <a:lnTo>
                    <a:pt x="3140710" y="740410"/>
                  </a:lnTo>
                  <a:lnTo>
                    <a:pt x="3140710" y="717550"/>
                  </a:lnTo>
                  <a:lnTo>
                    <a:pt x="3152140" y="717550"/>
                  </a:lnTo>
                  <a:lnTo>
                    <a:pt x="3152140" y="740410"/>
                  </a:lnTo>
                  <a:lnTo>
                    <a:pt x="3173730" y="740410"/>
                  </a:lnTo>
                  <a:lnTo>
                    <a:pt x="3173730" y="751840"/>
                  </a:lnTo>
                  <a:lnTo>
                    <a:pt x="3117850" y="751840"/>
                  </a:lnTo>
                  <a:close/>
                  <a:moveTo>
                    <a:pt x="3117850" y="702310"/>
                  </a:moveTo>
                  <a:lnTo>
                    <a:pt x="3117850" y="690880"/>
                  </a:lnTo>
                  <a:lnTo>
                    <a:pt x="3171190" y="690880"/>
                  </a:lnTo>
                  <a:lnTo>
                    <a:pt x="3171190" y="702310"/>
                  </a:lnTo>
                  <a:lnTo>
                    <a:pt x="3117850" y="702310"/>
                  </a:lnTo>
                  <a:close/>
                  <a:moveTo>
                    <a:pt x="3117850" y="674370"/>
                  </a:moveTo>
                  <a:lnTo>
                    <a:pt x="3117850" y="662940"/>
                  </a:lnTo>
                  <a:lnTo>
                    <a:pt x="3161030" y="662940"/>
                  </a:lnTo>
                  <a:lnTo>
                    <a:pt x="3161030" y="640080"/>
                  </a:lnTo>
                  <a:lnTo>
                    <a:pt x="3172460" y="640080"/>
                  </a:lnTo>
                  <a:lnTo>
                    <a:pt x="3172460" y="674370"/>
                  </a:lnTo>
                  <a:lnTo>
                    <a:pt x="3117850" y="674370"/>
                  </a:lnTo>
                  <a:close/>
                  <a:moveTo>
                    <a:pt x="3117850" y="628650"/>
                  </a:moveTo>
                  <a:lnTo>
                    <a:pt x="3117850" y="610870"/>
                  </a:lnTo>
                  <a:lnTo>
                    <a:pt x="3153410" y="598170"/>
                  </a:lnTo>
                  <a:lnTo>
                    <a:pt x="3153410" y="598170"/>
                  </a:lnTo>
                  <a:lnTo>
                    <a:pt x="3117850" y="585470"/>
                  </a:lnTo>
                  <a:lnTo>
                    <a:pt x="3117850" y="567690"/>
                  </a:lnTo>
                  <a:lnTo>
                    <a:pt x="3171190" y="567690"/>
                  </a:lnTo>
                  <a:lnTo>
                    <a:pt x="3171190" y="579120"/>
                  </a:lnTo>
                  <a:lnTo>
                    <a:pt x="3129280" y="579120"/>
                  </a:lnTo>
                  <a:lnTo>
                    <a:pt x="3129280" y="579120"/>
                  </a:lnTo>
                  <a:lnTo>
                    <a:pt x="3171190" y="593090"/>
                  </a:lnTo>
                  <a:lnTo>
                    <a:pt x="3171190" y="601980"/>
                  </a:lnTo>
                  <a:lnTo>
                    <a:pt x="3129280" y="615950"/>
                  </a:lnTo>
                  <a:lnTo>
                    <a:pt x="3129280" y="615950"/>
                  </a:lnTo>
                  <a:lnTo>
                    <a:pt x="3171190" y="615950"/>
                  </a:lnTo>
                  <a:lnTo>
                    <a:pt x="3171190" y="627380"/>
                  </a:lnTo>
                  <a:lnTo>
                    <a:pt x="3117850" y="628650"/>
                  </a:lnTo>
                  <a:lnTo>
                    <a:pt x="3117850" y="628650"/>
                  </a:lnTo>
                  <a:close/>
                  <a:moveTo>
                    <a:pt x="3117850" y="523240"/>
                  </a:moveTo>
                  <a:lnTo>
                    <a:pt x="3117850" y="506730"/>
                  </a:lnTo>
                  <a:lnTo>
                    <a:pt x="3155950" y="483870"/>
                  </a:lnTo>
                  <a:lnTo>
                    <a:pt x="3155950" y="483870"/>
                  </a:lnTo>
                  <a:lnTo>
                    <a:pt x="3117850" y="483870"/>
                  </a:lnTo>
                  <a:lnTo>
                    <a:pt x="3117850" y="472440"/>
                  </a:lnTo>
                  <a:lnTo>
                    <a:pt x="3171190" y="472440"/>
                  </a:lnTo>
                  <a:lnTo>
                    <a:pt x="3171190" y="487680"/>
                  </a:lnTo>
                  <a:lnTo>
                    <a:pt x="3133090" y="511810"/>
                  </a:lnTo>
                  <a:lnTo>
                    <a:pt x="3133090" y="511810"/>
                  </a:lnTo>
                  <a:lnTo>
                    <a:pt x="3171190" y="511810"/>
                  </a:lnTo>
                  <a:lnTo>
                    <a:pt x="3171190" y="523240"/>
                  </a:lnTo>
                  <a:lnTo>
                    <a:pt x="3117850" y="523240"/>
                  </a:lnTo>
                  <a:close/>
                  <a:moveTo>
                    <a:pt x="3117850" y="454660"/>
                  </a:moveTo>
                  <a:lnTo>
                    <a:pt x="3117850" y="417830"/>
                  </a:lnTo>
                  <a:lnTo>
                    <a:pt x="3129280" y="417830"/>
                  </a:lnTo>
                  <a:lnTo>
                    <a:pt x="3129280" y="443230"/>
                  </a:lnTo>
                  <a:lnTo>
                    <a:pt x="3139440" y="443230"/>
                  </a:lnTo>
                  <a:lnTo>
                    <a:pt x="3139440" y="420370"/>
                  </a:lnTo>
                  <a:lnTo>
                    <a:pt x="3150870" y="420370"/>
                  </a:lnTo>
                  <a:lnTo>
                    <a:pt x="3150870" y="443230"/>
                  </a:lnTo>
                  <a:lnTo>
                    <a:pt x="3162300" y="443230"/>
                  </a:lnTo>
                  <a:lnTo>
                    <a:pt x="3162300" y="416560"/>
                  </a:lnTo>
                  <a:lnTo>
                    <a:pt x="3173730" y="416560"/>
                  </a:lnTo>
                  <a:lnTo>
                    <a:pt x="3173730" y="454660"/>
                  </a:lnTo>
                  <a:lnTo>
                    <a:pt x="3117850" y="454660"/>
                  </a:lnTo>
                  <a:close/>
                  <a:moveTo>
                    <a:pt x="3167380" y="353060"/>
                  </a:moveTo>
                  <a:cubicBezTo>
                    <a:pt x="3168650" y="356870"/>
                    <a:pt x="3169920" y="360680"/>
                    <a:pt x="3171190" y="364490"/>
                  </a:cubicBezTo>
                  <a:cubicBezTo>
                    <a:pt x="3172460" y="368300"/>
                    <a:pt x="3172460" y="372110"/>
                    <a:pt x="3172460" y="375920"/>
                  </a:cubicBezTo>
                  <a:cubicBezTo>
                    <a:pt x="3172460" y="379730"/>
                    <a:pt x="3171190" y="383540"/>
                    <a:pt x="3169920" y="387350"/>
                  </a:cubicBezTo>
                  <a:cubicBezTo>
                    <a:pt x="3168650" y="391160"/>
                    <a:pt x="3166110" y="393700"/>
                    <a:pt x="3164840" y="396240"/>
                  </a:cubicBezTo>
                  <a:cubicBezTo>
                    <a:pt x="3163570" y="398780"/>
                    <a:pt x="3159760" y="401320"/>
                    <a:pt x="3155950" y="402590"/>
                  </a:cubicBezTo>
                  <a:cubicBezTo>
                    <a:pt x="3152140" y="403860"/>
                    <a:pt x="3148330" y="405130"/>
                    <a:pt x="3144520" y="405130"/>
                  </a:cubicBezTo>
                  <a:cubicBezTo>
                    <a:pt x="3140710" y="405130"/>
                    <a:pt x="3136900" y="403860"/>
                    <a:pt x="3133090" y="402590"/>
                  </a:cubicBezTo>
                  <a:cubicBezTo>
                    <a:pt x="3129280" y="401320"/>
                    <a:pt x="3126740" y="398780"/>
                    <a:pt x="3124200" y="396240"/>
                  </a:cubicBezTo>
                  <a:cubicBezTo>
                    <a:pt x="3121660" y="393700"/>
                    <a:pt x="3120390" y="391160"/>
                    <a:pt x="3119121" y="387350"/>
                  </a:cubicBezTo>
                  <a:cubicBezTo>
                    <a:pt x="3117850" y="383540"/>
                    <a:pt x="3116581" y="379730"/>
                    <a:pt x="3116581" y="375920"/>
                  </a:cubicBezTo>
                  <a:cubicBezTo>
                    <a:pt x="3116581" y="372110"/>
                    <a:pt x="3116581" y="367030"/>
                    <a:pt x="3117851" y="364490"/>
                  </a:cubicBezTo>
                  <a:cubicBezTo>
                    <a:pt x="3119121" y="360680"/>
                    <a:pt x="3120391" y="358140"/>
                    <a:pt x="3122931" y="354330"/>
                  </a:cubicBezTo>
                  <a:lnTo>
                    <a:pt x="3131821" y="363220"/>
                  </a:lnTo>
                  <a:cubicBezTo>
                    <a:pt x="3130550" y="364490"/>
                    <a:pt x="3129281" y="367030"/>
                    <a:pt x="3128010" y="368300"/>
                  </a:cubicBezTo>
                  <a:cubicBezTo>
                    <a:pt x="3126740" y="370840"/>
                    <a:pt x="3126740" y="373380"/>
                    <a:pt x="3126740" y="375920"/>
                  </a:cubicBezTo>
                  <a:cubicBezTo>
                    <a:pt x="3126740" y="378460"/>
                    <a:pt x="3126740" y="381000"/>
                    <a:pt x="3128010" y="382270"/>
                  </a:cubicBezTo>
                  <a:cubicBezTo>
                    <a:pt x="3129281" y="384810"/>
                    <a:pt x="3130550" y="386080"/>
                    <a:pt x="3131821" y="387350"/>
                  </a:cubicBezTo>
                  <a:cubicBezTo>
                    <a:pt x="3133091" y="388620"/>
                    <a:pt x="3135631" y="389890"/>
                    <a:pt x="3136900" y="391160"/>
                  </a:cubicBezTo>
                  <a:cubicBezTo>
                    <a:pt x="3138170" y="392430"/>
                    <a:pt x="3140710" y="392430"/>
                    <a:pt x="3143250" y="392430"/>
                  </a:cubicBezTo>
                  <a:cubicBezTo>
                    <a:pt x="3145790" y="392430"/>
                    <a:pt x="3148330" y="392430"/>
                    <a:pt x="3149600" y="391160"/>
                  </a:cubicBezTo>
                  <a:cubicBezTo>
                    <a:pt x="3150871" y="389890"/>
                    <a:pt x="3153410" y="388620"/>
                    <a:pt x="3154680" y="387350"/>
                  </a:cubicBezTo>
                  <a:cubicBezTo>
                    <a:pt x="3155950" y="386080"/>
                    <a:pt x="3157220" y="383540"/>
                    <a:pt x="3158490" y="382270"/>
                  </a:cubicBezTo>
                  <a:cubicBezTo>
                    <a:pt x="3159760" y="379730"/>
                    <a:pt x="3159760" y="378460"/>
                    <a:pt x="3159760" y="375920"/>
                  </a:cubicBezTo>
                  <a:cubicBezTo>
                    <a:pt x="3159760" y="373380"/>
                    <a:pt x="3159760" y="370840"/>
                    <a:pt x="3158490" y="369570"/>
                  </a:cubicBezTo>
                  <a:cubicBezTo>
                    <a:pt x="3157220" y="368300"/>
                    <a:pt x="3157220" y="365760"/>
                    <a:pt x="3157220" y="364490"/>
                  </a:cubicBezTo>
                  <a:lnTo>
                    <a:pt x="3148330" y="364490"/>
                  </a:lnTo>
                  <a:lnTo>
                    <a:pt x="3148330" y="374650"/>
                  </a:lnTo>
                  <a:lnTo>
                    <a:pt x="3136900" y="374650"/>
                  </a:lnTo>
                  <a:lnTo>
                    <a:pt x="3136900" y="353060"/>
                  </a:lnTo>
                  <a:cubicBezTo>
                    <a:pt x="3136900" y="353060"/>
                    <a:pt x="3167380" y="353060"/>
                    <a:pt x="3167380" y="353060"/>
                  </a:cubicBezTo>
                  <a:close/>
                  <a:moveTo>
                    <a:pt x="3117850" y="325120"/>
                  </a:moveTo>
                  <a:lnTo>
                    <a:pt x="3117850" y="314960"/>
                  </a:lnTo>
                  <a:lnTo>
                    <a:pt x="3171190" y="292100"/>
                  </a:lnTo>
                  <a:lnTo>
                    <a:pt x="3171190" y="306070"/>
                  </a:lnTo>
                  <a:lnTo>
                    <a:pt x="3159760" y="311150"/>
                  </a:lnTo>
                  <a:lnTo>
                    <a:pt x="3159760" y="331470"/>
                  </a:lnTo>
                  <a:lnTo>
                    <a:pt x="3171190" y="335280"/>
                  </a:lnTo>
                  <a:lnTo>
                    <a:pt x="3171190" y="347980"/>
                  </a:lnTo>
                  <a:lnTo>
                    <a:pt x="3117850" y="325120"/>
                  </a:lnTo>
                  <a:close/>
                  <a:moveTo>
                    <a:pt x="3133090" y="320040"/>
                  </a:moveTo>
                  <a:lnTo>
                    <a:pt x="3149600" y="326390"/>
                  </a:lnTo>
                  <a:lnTo>
                    <a:pt x="3149600" y="313690"/>
                  </a:lnTo>
                  <a:lnTo>
                    <a:pt x="3133090" y="320040"/>
                  </a:lnTo>
                  <a:close/>
                  <a:moveTo>
                    <a:pt x="3128010" y="278130"/>
                  </a:moveTo>
                  <a:lnTo>
                    <a:pt x="3128010" y="293370"/>
                  </a:lnTo>
                  <a:lnTo>
                    <a:pt x="3117850" y="293370"/>
                  </a:lnTo>
                  <a:lnTo>
                    <a:pt x="3117850" y="250190"/>
                  </a:lnTo>
                  <a:lnTo>
                    <a:pt x="3128010" y="250190"/>
                  </a:lnTo>
                  <a:lnTo>
                    <a:pt x="3128010" y="265430"/>
                  </a:lnTo>
                  <a:lnTo>
                    <a:pt x="3171190" y="265430"/>
                  </a:lnTo>
                  <a:lnTo>
                    <a:pt x="3171190" y="276860"/>
                  </a:lnTo>
                  <a:lnTo>
                    <a:pt x="3128010" y="278130"/>
                  </a:lnTo>
                  <a:lnTo>
                    <a:pt x="3128010" y="278130"/>
                  </a:lnTo>
                  <a:close/>
                  <a:moveTo>
                    <a:pt x="3117850" y="240030"/>
                  </a:moveTo>
                  <a:lnTo>
                    <a:pt x="3117850" y="228600"/>
                  </a:lnTo>
                  <a:lnTo>
                    <a:pt x="3171190" y="228600"/>
                  </a:lnTo>
                  <a:lnTo>
                    <a:pt x="3171190" y="240030"/>
                  </a:lnTo>
                  <a:lnTo>
                    <a:pt x="3117850" y="240030"/>
                  </a:lnTo>
                  <a:close/>
                  <a:moveTo>
                    <a:pt x="3117850" y="217170"/>
                  </a:moveTo>
                  <a:lnTo>
                    <a:pt x="3117850" y="203200"/>
                  </a:lnTo>
                  <a:lnTo>
                    <a:pt x="3153410" y="190500"/>
                  </a:lnTo>
                  <a:lnTo>
                    <a:pt x="3153410" y="190500"/>
                  </a:lnTo>
                  <a:lnTo>
                    <a:pt x="3117850" y="176530"/>
                  </a:lnTo>
                  <a:lnTo>
                    <a:pt x="3117850" y="163830"/>
                  </a:lnTo>
                  <a:lnTo>
                    <a:pt x="3171190" y="186690"/>
                  </a:lnTo>
                  <a:lnTo>
                    <a:pt x="3171190" y="195580"/>
                  </a:lnTo>
                  <a:lnTo>
                    <a:pt x="3117850" y="217170"/>
                  </a:lnTo>
                  <a:close/>
                  <a:moveTo>
                    <a:pt x="3117850" y="152400"/>
                  </a:moveTo>
                  <a:lnTo>
                    <a:pt x="3117850" y="115570"/>
                  </a:lnTo>
                  <a:lnTo>
                    <a:pt x="3129280" y="115570"/>
                  </a:lnTo>
                  <a:lnTo>
                    <a:pt x="3129280" y="140970"/>
                  </a:lnTo>
                  <a:lnTo>
                    <a:pt x="3139440" y="140970"/>
                  </a:lnTo>
                  <a:lnTo>
                    <a:pt x="3139440" y="118110"/>
                  </a:lnTo>
                  <a:lnTo>
                    <a:pt x="3150870" y="118110"/>
                  </a:lnTo>
                  <a:lnTo>
                    <a:pt x="3150870" y="140970"/>
                  </a:lnTo>
                  <a:lnTo>
                    <a:pt x="3162300" y="140970"/>
                  </a:lnTo>
                  <a:lnTo>
                    <a:pt x="3162300" y="114300"/>
                  </a:lnTo>
                  <a:lnTo>
                    <a:pt x="3173730" y="114300"/>
                  </a:lnTo>
                  <a:lnTo>
                    <a:pt x="3173730" y="152400"/>
                  </a:lnTo>
                  <a:lnTo>
                    <a:pt x="3117850" y="152400"/>
                  </a:lnTo>
                  <a:close/>
                  <a:moveTo>
                    <a:pt x="3117850" y="3089910"/>
                  </a:moveTo>
                  <a:lnTo>
                    <a:pt x="3117850" y="3053080"/>
                  </a:lnTo>
                  <a:lnTo>
                    <a:pt x="3129280" y="3053080"/>
                  </a:lnTo>
                  <a:lnTo>
                    <a:pt x="3129280" y="3077210"/>
                  </a:lnTo>
                  <a:lnTo>
                    <a:pt x="3140710" y="3077210"/>
                  </a:lnTo>
                  <a:lnTo>
                    <a:pt x="3140710" y="3054350"/>
                  </a:lnTo>
                  <a:lnTo>
                    <a:pt x="3152140" y="3054350"/>
                  </a:lnTo>
                  <a:lnTo>
                    <a:pt x="3152140" y="3077210"/>
                  </a:lnTo>
                  <a:lnTo>
                    <a:pt x="3173730" y="3077210"/>
                  </a:lnTo>
                  <a:lnTo>
                    <a:pt x="3173730" y="3088640"/>
                  </a:lnTo>
                  <a:lnTo>
                    <a:pt x="3117850" y="3088640"/>
                  </a:lnTo>
                  <a:lnTo>
                    <a:pt x="3117850" y="3089910"/>
                  </a:lnTo>
                  <a:close/>
                  <a:moveTo>
                    <a:pt x="3117850" y="3040380"/>
                  </a:moveTo>
                  <a:lnTo>
                    <a:pt x="3117850" y="3028950"/>
                  </a:lnTo>
                  <a:lnTo>
                    <a:pt x="3171190" y="3028950"/>
                  </a:lnTo>
                  <a:lnTo>
                    <a:pt x="3171190" y="3040380"/>
                  </a:lnTo>
                  <a:lnTo>
                    <a:pt x="3117850" y="3040380"/>
                  </a:lnTo>
                  <a:close/>
                  <a:moveTo>
                    <a:pt x="3117850" y="3012440"/>
                  </a:moveTo>
                  <a:lnTo>
                    <a:pt x="3117850" y="3001010"/>
                  </a:lnTo>
                  <a:lnTo>
                    <a:pt x="3161030" y="3001010"/>
                  </a:lnTo>
                  <a:lnTo>
                    <a:pt x="3161030" y="2979420"/>
                  </a:lnTo>
                  <a:lnTo>
                    <a:pt x="3172460" y="2979420"/>
                  </a:lnTo>
                  <a:lnTo>
                    <a:pt x="3172460" y="3013710"/>
                  </a:lnTo>
                  <a:lnTo>
                    <a:pt x="3117850" y="3013710"/>
                  </a:lnTo>
                  <a:lnTo>
                    <a:pt x="3117850" y="3012440"/>
                  </a:lnTo>
                  <a:close/>
                  <a:moveTo>
                    <a:pt x="3117850" y="2966720"/>
                  </a:moveTo>
                  <a:lnTo>
                    <a:pt x="3117850" y="2948940"/>
                  </a:lnTo>
                  <a:lnTo>
                    <a:pt x="3153410" y="2936240"/>
                  </a:lnTo>
                  <a:lnTo>
                    <a:pt x="3153410" y="2936240"/>
                  </a:lnTo>
                  <a:lnTo>
                    <a:pt x="3117850" y="2923540"/>
                  </a:lnTo>
                  <a:lnTo>
                    <a:pt x="3117850" y="2905760"/>
                  </a:lnTo>
                  <a:lnTo>
                    <a:pt x="3171190" y="2905760"/>
                  </a:lnTo>
                  <a:lnTo>
                    <a:pt x="3171190" y="2917190"/>
                  </a:lnTo>
                  <a:lnTo>
                    <a:pt x="3129280" y="2917190"/>
                  </a:lnTo>
                  <a:lnTo>
                    <a:pt x="3129280" y="2917190"/>
                  </a:lnTo>
                  <a:lnTo>
                    <a:pt x="3171190" y="2931160"/>
                  </a:lnTo>
                  <a:lnTo>
                    <a:pt x="3171190" y="2940050"/>
                  </a:lnTo>
                  <a:lnTo>
                    <a:pt x="3129280" y="2954021"/>
                  </a:lnTo>
                  <a:lnTo>
                    <a:pt x="3129280" y="2954021"/>
                  </a:lnTo>
                  <a:lnTo>
                    <a:pt x="3171190" y="2954021"/>
                  </a:lnTo>
                  <a:lnTo>
                    <a:pt x="3171190" y="2965450"/>
                  </a:lnTo>
                  <a:lnTo>
                    <a:pt x="3117850" y="2966720"/>
                  </a:lnTo>
                  <a:lnTo>
                    <a:pt x="3117850" y="2966720"/>
                  </a:lnTo>
                  <a:close/>
                  <a:moveTo>
                    <a:pt x="3117850" y="2861310"/>
                  </a:moveTo>
                  <a:lnTo>
                    <a:pt x="3117850" y="2844800"/>
                  </a:lnTo>
                  <a:lnTo>
                    <a:pt x="3155950" y="2821940"/>
                  </a:lnTo>
                  <a:lnTo>
                    <a:pt x="3155950" y="2821940"/>
                  </a:lnTo>
                  <a:lnTo>
                    <a:pt x="3117850" y="2821940"/>
                  </a:lnTo>
                  <a:lnTo>
                    <a:pt x="3117850" y="2810510"/>
                  </a:lnTo>
                  <a:lnTo>
                    <a:pt x="3171190" y="2810510"/>
                  </a:lnTo>
                  <a:lnTo>
                    <a:pt x="3171190" y="2825750"/>
                  </a:lnTo>
                  <a:lnTo>
                    <a:pt x="3133090" y="2849880"/>
                  </a:lnTo>
                  <a:lnTo>
                    <a:pt x="3133090" y="2849880"/>
                  </a:lnTo>
                  <a:lnTo>
                    <a:pt x="3171190" y="2849880"/>
                  </a:lnTo>
                  <a:lnTo>
                    <a:pt x="3171190" y="2861310"/>
                  </a:lnTo>
                  <a:lnTo>
                    <a:pt x="3117850" y="2861310"/>
                  </a:lnTo>
                  <a:lnTo>
                    <a:pt x="3117850" y="2861310"/>
                  </a:lnTo>
                  <a:close/>
                  <a:moveTo>
                    <a:pt x="3117850" y="2792730"/>
                  </a:moveTo>
                  <a:lnTo>
                    <a:pt x="3117850" y="2755900"/>
                  </a:lnTo>
                  <a:lnTo>
                    <a:pt x="3129280" y="2755900"/>
                  </a:lnTo>
                  <a:lnTo>
                    <a:pt x="3129280" y="2781300"/>
                  </a:lnTo>
                  <a:lnTo>
                    <a:pt x="3139440" y="2781300"/>
                  </a:lnTo>
                  <a:lnTo>
                    <a:pt x="3139440" y="2758440"/>
                  </a:lnTo>
                  <a:lnTo>
                    <a:pt x="3150870" y="2758440"/>
                  </a:lnTo>
                  <a:lnTo>
                    <a:pt x="3150870" y="2781300"/>
                  </a:lnTo>
                  <a:lnTo>
                    <a:pt x="3162300" y="2781300"/>
                  </a:lnTo>
                  <a:lnTo>
                    <a:pt x="3162300" y="2754630"/>
                  </a:lnTo>
                  <a:lnTo>
                    <a:pt x="3173730" y="2754630"/>
                  </a:lnTo>
                  <a:lnTo>
                    <a:pt x="3173730" y="2792730"/>
                  </a:lnTo>
                  <a:lnTo>
                    <a:pt x="3117850" y="2792730"/>
                  </a:lnTo>
                  <a:close/>
                  <a:moveTo>
                    <a:pt x="3167380" y="2691130"/>
                  </a:moveTo>
                  <a:cubicBezTo>
                    <a:pt x="3168650" y="2694940"/>
                    <a:pt x="3169920" y="2698750"/>
                    <a:pt x="3171190" y="2702560"/>
                  </a:cubicBezTo>
                  <a:cubicBezTo>
                    <a:pt x="3172460" y="2706370"/>
                    <a:pt x="3172460" y="2710180"/>
                    <a:pt x="3172460" y="2713990"/>
                  </a:cubicBezTo>
                  <a:cubicBezTo>
                    <a:pt x="3172460" y="2717800"/>
                    <a:pt x="3171190" y="2721610"/>
                    <a:pt x="3169920" y="2725420"/>
                  </a:cubicBezTo>
                  <a:cubicBezTo>
                    <a:pt x="3168650" y="2729230"/>
                    <a:pt x="3166110" y="2731770"/>
                    <a:pt x="3164840" y="2734310"/>
                  </a:cubicBezTo>
                  <a:cubicBezTo>
                    <a:pt x="3163570" y="2736850"/>
                    <a:pt x="3159760" y="2739390"/>
                    <a:pt x="3155950" y="2740660"/>
                  </a:cubicBezTo>
                  <a:cubicBezTo>
                    <a:pt x="3152140" y="2741930"/>
                    <a:pt x="3148330" y="2743200"/>
                    <a:pt x="3144520" y="2743200"/>
                  </a:cubicBezTo>
                  <a:cubicBezTo>
                    <a:pt x="3140710" y="2743200"/>
                    <a:pt x="3136900" y="2741930"/>
                    <a:pt x="3133090" y="2740660"/>
                  </a:cubicBezTo>
                  <a:cubicBezTo>
                    <a:pt x="3129280" y="2739390"/>
                    <a:pt x="3126740" y="2736850"/>
                    <a:pt x="3124200" y="2734310"/>
                  </a:cubicBezTo>
                  <a:cubicBezTo>
                    <a:pt x="3121660" y="2731770"/>
                    <a:pt x="3120390" y="2729230"/>
                    <a:pt x="3119121" y="2725420"/>
                  </a:cubicBezTo>
                  <a:cubicBezTo>
                    <a:pt x="3117850" y="2721610"/>
                    <a:pt x="3116581" y="2717800"/>
                    <a:pt x="3116581" y="2713990"/>
                  </a:cubicBezTo>
                  <a:cubicBezTo>
                    <a:pt x="3116581" y="2710180"/>
                    <a:pt x="3116581" y="2705100"/>
                    <a:pt x="3117851" y="2702560"/>
                  </a:cubicBezTo>
                  <a:cubicBezTo>
                    <a:pt x="3119121" y="2698750"/>
                    <a:pt x="3120391" y="2696210"/>
                    <a:pt x="3122931" y="2692400"/>
                  </a:cubicBezTo>
                  <a:lnTo>
                    <a:pt x="3131821" y="2701290"/>
                  </a:lnTo>
                  <a:cubicBezTo>
                    <a:pt x="3130550" y="2702560"/>
                    <a:pt x="3129281" y="2705100"/>
                    <a:pt x="3128010" y="2706370"/>
                  </a:cubicBezTo>
                  <a:cubicBezTo>
                    <a:pt x="3126740" y="2708910"/>
                    <a:pt x="3126740" y="2711450"/>
                    <a:pt x="3126740" y="2713990"/>
                  </a:cubicBezTo>
                  <a:cubicBezTo>
                    <a:pt x="3126740" y="2716530"/>
                    <a:pt x="3126740" y="2719070"/>
                    <a:pt x="3128010" y="2720340"/>
                  </a:cubicBezTo>
                  <a:cubicBezTo>
                    <a:pt x="3129281" y="2722880"/>
                    <a:pt x="3130550" y="2724150"/>
                    <a:pt x="3131821" y="2725420"/>
                  </a:cubicBezTo>
                  <a:cubicBezTo>
                    <a:pt x="3133091" y="2726690"/>
                    <a:pt x="3135631" y="2727960"/>
                    <a:pt x="3136900" y="2729230"/>
                  </a:cubicBezTo>
                  <a:cubicBezTo>
                    <a:pt x="3138170" y="2730500"/>
                    <a:pt x="3140710" y="2730500"/>
                    <a:pt x="3143250" y="2730500"/>
                  </a:cubicBezTo>
                  <a:cubicBezTo>
                    <a:pt x="3145790" y="2730500"/>
                    <a:pt x="3148330" y="2730500"/>
                    <a:pt x="3149600" y="2729230"/>
                  </a:cubicBezTo>
                  <a:cubicBezTo>
                    <a:pt x="3150871" y="2727960"/>
                    <a:pt x="3153410" y="2726690"/>
                    <a:pt x="3154680" y="2725420"/>
                  </a:cubicBezTo>
                  <a:cubicBezTo>
                    <a:pt x="3155950" y="2724150"/>
                    <a:pt x="3157220" y="2721610"/>
                    <a:pt x="3158490" y="2720340"/>
                  </a:cubicBezTo>
                  <a:cubicBezTo>
                    <a:pt x="3159760" y="2717800"/>
                    <a:pt x="3159760" y="2716530"/>
                    <a:pt x="3159760" y="2713990"/>
                  </a:cubicBezTo>
                  <a:cubicBezTo>
                    <a:pt x="3159760" y="2711450"/>
                    <a:pt x="3159760" y="2708910"/>
                    <a:pt x="3158490" y="2707640"/>
                  </a:cubicBezTo>
                  <a:cubicBezTo>
                    <a:pt x="3157220" y="2706370"/>
                    <a:pt x="3157220" y="2703830"/>
                    <a:pt x="3157220" y="2702560"/>
                  </a:cubicBezTo>
                  <a:lnTo>
                    <a:pt x="3148330" y="2702560"/>
                  </a:lnTo>
                  <a:lnTo>
                    <a:pt x="3148330" y="2712720"/>
                  </a:lnTo>
                  <a:lnTo>
                    <a:pt x="3136900" y="2712720"/>
                  </a:lnTo>
                  <a:lnTo>
                    <a:pt x="3136900" y="2691130"/>
                  </a:lnTo>
                  <a:lnTo>
                    <a:pt x="3167380" y="2691130"/>
                  </a:lnTo>
                  <a:close/>
                  <a:moveTo>
                    <a:pt x="3117850" y="2663190"/>
                  </a:moveTo>
                  <a:lnTo>
                    <a:pt x="3117850" y="2653030"/>
                  </a:lnTo>
                  <a:lnTo>
                    <a:pt x="3171190" y="2630170"/>
                  </a:lnTo>
                  <a:lnTo>
                    <a:pt x="3171190" y="2644140"/>
                  </a:lnTo>
                  <a:lnTo>
                    <a:pt x="3159760" y="2649220"/>
                  </a:lnTo>
                  <a:lnTo>
                    <a:pt x="3159760" y="2669540"/>
                  </a:lnTo>
                  <a:lnTo>
                    <a:pt x="3171190" y="2674620"/>
                  </a:lnTo>
                  <a:lnTo>
                    <a:pt x="3171190" y="2687320"/>
                  </a:lnTo>
                  <a:lnTo>
                    <a:pt x="3117850" y="2663190"/>
                  </a:lnTo>
                  <a:close/>
                  <a:moveTo>
                    <a:pt x="3133090" y="2658110"/>
                  </a:moveTo>
                  <a:lnTo>
                    <a:pt x="3149600" y="2664460"/>
                  </a:lnTo>
                  <a:lnTo>
                    <a:pt x="3149600" y="2651760"/>
                  </a:lnTo>
                  <a:lnTo>
                    <a:pt x="3133090" y="2658110"/>
                  </a:lnTo>
                  <a:close/>
                  <a:moveTo>
                    <a:pt x="3128010" y="2616200"/>
                  </a:moveTo>
                  <a:lnTo>
                    <a:pt x="3128010" y="2631440"/>
                  </a:lnTo>
                  <a:lnTo>
                    <a:pt x="3117850" y="2631440"/>
                  </a:lnTo>
                  <a:lnTo>
                    <a:pt x="3117850" y="2588260"/>
                  </a:lnTo>
                  <a:lnTo>
                    <a:pt x="3128010" y="2588260"/>
                  </a:lnTo>
                  <a:lnTo>
                    <a:pt x="3128010" y="2603500"/>
                  </a:lnTo>
                  <a:lnTo>
                    <a:pt x="3171190" y="2603500"/>
                  </a:lnTo>
                  <a:lnTo>
                    <a:pt x="3171190" y="2614930"/>
                  </a:lnTo>
                  <a:lnTo>
                    <a:pt x="3128010" y="2614930"/>
                  </a:lnTo>
                  <a:lnTo>
                    <a:pt x="3128010" y="2616200"/>
                  </a:lnTo>
                  <a:close/>
                  <a:moveTo>
                    <a:pt x="3117850" y="2578100"/>
                  </a:moveTo>
                  <a:lnTo>
                    <a:pt x="3117850" y="2566670"/>
                  </a:lnTo>
                  <a:lnTo>
                    <a:pt x="3171190" y="2566670"/>
                  </a:lnTo>
                  <a:lnTo>
                    <a:pt x="3171190" y="2578100"/>
                  </a:lnTo>
                  <a:lnTo>
                    <a:pt x="3117850" y="2578100"/>
                  </a:lnTo>
                  <a:close/>
                  <a:moveTo>
                    <a:pt x="3117850" y="2555240"/>
                  </a:moveTo>
                  <a:lnTo>
                    <a:pt x="3117850" y="2541270"/>
                  </a:lnTo>
                  <a:lnTo>
                    <a:pt x="3153410" y="2528570"/>
                  </a:lnTo>
                  <a:lnTo>
                    <a:pt x="3153410" y="2528570"/>
                  </a:lnTo>
                  <a:lnTo>
                    <a:pt x="3117850" y="2514600"/>
                  </a:lnTo>
                  <a:lnTo>
                    <a:pt x="3117850" y="2501900"/>
                  </a:lnTo>
                  <a:lnTo>
                    <a:pt x="3171190" y="2524760"/>
                  </a:lnTo>
                  <a:lnTo>
                    <a:pt x="3171190" y="2534920"/>
                  </a:lnTo>
                  <a:lnTo>
                    <a:pt x="3117850" y="2555240"/>
                  </a:lnTo>
                  <a:close/>
                  <a:moveTo>
                    <a:pt x="3117850" y="2490470"/>
                  </a:moveTo>
                  <a:lnTo>
                    <a:pt x="3117850" y="2453640"/>
                  </a:lnTo>
                  <a:lnTo>
                    <a:pt x="3129280" y="2453640"/>
                  </a:lnTo>
                  <a:lnTo>
                    <a:pt x="3129280" y="2479040"/>
                  </a:lnTo>
                  <a:lnTo>
                    <a:pt x="3139440" y="2479040"/>
                  </a:lnTo>
                  <a:lnTo>
                    <a:pt x="3139440" y="2456180"/>
                  </a:lnTo>
                  <a:lnTo>
                    <a:pt x="3150870" y="2456180"/>
                  </a:lnTo>
                  <a:lnTo>
                    <a:pt x="3150870" y="2479040"/>
                  </a:lnTo>
                  <a:lnTo>
                    <a:pt x="3162300" y="2479040"/>
                  </a:lnTo>
                  <a:lnTo>
                    <a:pt x="3162300" y="2452370"/>
                  </a:lnTo>
                  <a:lnTo>
                    <a:pt x="3173730" y="2452370"/>
                  </a:lnTo>
                  <a:lnTo>
                    <a:pt x="3173730" y="2490470"/>
                  </a:lnTo>
                  <a:lnTo>
                    <a:pt x="3117850" y="2490470"/>
                  </a:lnTo>
                  <a:close/>
                  <a:moveTo>
                    <a:pt x="3117850" y="5429250"/>
                  </a:moveTo>
                  <a:lnTo>
                    <a:pt x="3117850" y="5392420"/>
                  </a:lnTo>
                  <a:lnTo>
                    <a:pt x="3129280" y="5392420"/>
                  </a:lnTo>
                  <a:lnTo>
                    <a:pt x="3129280" y="5416550"/>
                  </a:lnTo>
                  <a:lnTo>
                    <a:pt x="3140710" y="5416550"/>
                  </a:lnTo>
                  <a:lnTo>
                    <a:pt x="3140710" y="5393690"/>
                  </a:lnTo>
                  <a:lnTo>
                    <a:pt x="3152140" y="5393690"/>
                  </a:lnTo>
                  <a:lnTo>
                    <a:pt x="3152140" y="5416550"/>
                  </a:lnTo>
                  <a:lnTo>
                    <a:pt x="3173730" y="5416550"/>
                  </a:lnTo>
                  <a:lnTo>
                    <a:pt x="3173730" y="5427980"/>
                  </a:lnTo>
                  <a:lnTo>
                    <a:pt x="3117850" y="5427980"/>
                  </a:lnTo>
                  <a:lnTo>
                    <a:pt x="3117850" y="5429250"/>
                  </a:lnTo>
                  <a:close/>
                  <a:moveTo>
                    <a:pt x="3117850" y="5379720"/>
                  </a:moveTo>
                  <a:lnTo>
                    <a:pt x="3117850" y="5368290"/>
                  </a:lnTo>
                  <a:lnTo>
                    <a:pt x="3171190" y="5368290"/>
                  </a:lnTo>
                  <a:lnTo>
                    <a:pt x="3171190" y="5379720"/>
                  </a:lnTo>
                  <a:lnTo>
                    <a:pt x="3117850" y="5379720"/>
                  </a:lnTo>
                  <a:close/>
                  <a:moveTo>
                    <a:pt x="3117850" y="5351780"/>
                  </a:moveTo>
                  <a:lnTo>
                    <a:pt x="3117850" y="5339080"/>
                  </a:lnTo>
                  <a:lnTo>
                    <a:pt x="3161030" y="5339080"/>
                  </a:lnTo>
                  <a:lnTo>
                    <a:pt x="3161030" y="5317490"/>
                  </a:lnTo>
                  <a:lnTo>
                    <a:pt x="3172460" y="5317490"/>
                  </a:lnTo>
                  <a:lnTo>
                    <a:pt x="3172460" y="5351780"/>
                  </a:lnTo>
                  <a:lnTo>
                    <a:pt x="3117850" y="5351780"/>
                  </a:lnTo>
                  <a:close/>
                  <a:moveTo>
                    <a:pt x="3117850" y="5306060"/>
                  </a:moveTo>
                  <a:lnTo>
                    <a:pt x="3117850" y="5288280"/>
                  </a:lnTo>
                  <a:lnTo>
                    <a:pt x="3153410" y="5275580"/>
                  </a:lnTo>
                  <a:lnTo>
                    <a:pt x="3153410" y="5275580"/>
                  </a:lnTo>
                  <a:lnTo>
                    <a:pt x="3117850" y="5262880"/>
                  </a:lnTo>
                  <a:lnTo>
                    <a:pt x="3117850" y="5245100"/>
                  </a:lnTo>
                  <a:lnTo>
                    <a:pt x="3171190" y="5245100"/>
                  </a:lnTo>
                  <a:lnTo>
                    <a:pt x="3171190" y="5256530"/>
                  </a:lnTo>
                  <a:lnTo>
                    <a:pt x="3129280" y="5256530"/>
                  </a:lnTo>
                  <a:lnTo>
                    <a:pt x="3129280" y="5256530"/>
                  </a:lnTo>
                  <a:lnTo>
                    <a:pt x="3171190" y="5270500"/>
                  </a:lnTo>
                  <a:lnTo>
                    <a:pt x="3171190" y="5279390"/>
                  </a:lnTo>
                  <a:lnTo>
                    <a:pt x="3129280" y="5293360"/>
                  </a:lnTo>
                  <a:lnTo>
                    <a:pt x="3129280" y="5293360"/>
                  </a:lnTo>
                  <a:lnTo>
                    <a:pt x="3171190" y="5293360"/>
                  </a:lnTo>
                  <a:lnTo>
                    <a:pt x="3171190" y="5304790"/>
                  </a:lnTo>
                  <a:lnTo>
                    <a:pt x="3117850" y="5306060"/>
                  </a:lnTo>
                  <a:lnTo>
                    <a:pt x="3117850" y="5306060"/>
                  </a:lnTo>
                  <a:close/>
                  <a:moveTo>
                    <a:pt x="3117850" y="5200650"/>
                  </a:moveTo>
                  <a:lnTo>
                    <a:pt x="3117850" y="5184140"/>
                  </a:lnTo>
                  <a:lnTo>
                    <a:pt x="3155950" y="5161280"/>
                  </a:lnTo>
                  <a:lnTo>
                    <a:pt x="3155950" y="5161280"/>
                  </a:lnTo>
                  <a:lnTo>
                    <a:pt x="3117850" y="5161280"/>
                  </a:lnTo>
                  <a:lnTo>
                    <a:pt x="3117850" y="5148580"/>
                  </a:lnTo>
                  <a:lnTo>
                    <a:pt x="3171190" y="5148580"/>
                  </a:lnTo>
                  <a:lnTo>
                    <a:pt x="3171190" y="5163821"/>
                  </a:lnTo>
                  <a:lnTo>
                    <a:pt x="3133090" y="5187950"/>
                  </a:lnTo>
                  <a:lnTo>
                    <a:pt x="3133090" y="5187950"/>
                  </a:lnTo>
                  <a:lnTo>
                    <a:pt x="3171190" y="5187950"/>
                  </a:lnTo>
                  <a:lnTo>
                    <a:pt x="3171190" y="5199380"/>
                  </a:lnTo>
                  <a:lnTo>
                    <a:pt x="3117850" y="5199380"/>
                  </a:lnTo>
                  <a:lnTo>
                    <a:pt x="3117850" y="5200650"/>
                  </a:lnTo>
                  <a:close/>
                  <a:moveTo>
                    <a:pt x="3117850" y="5132070"/>
                  </a:moveTo>
                  <a:lnTo>
                    <a:pt x="3117850" y="5095240"/>
                  </a:lnTo>
                  <a:lnTo>
                    <a:pt x="3129280" y="5095240"/>
                  </a:lnTo>
                  <a:lnTo>
                    <a:pt x="3129280" y="5120640"/>
                  </a:lnTo>
                  <a:lnTo>
                    <a:pt x="3139440" y="5120640"/>
                  </a:lnTo>
                  <a:lnTo>
                    <a:pt x="3139440" y="5097780"/>
                  </a:lnTo>
                  <a:lnTo>
                    <a:pt x="3150870" y="5097780"/>
                  </a:lnTo>
                  <a:lnTo>
                    <a:pt x="3150870" y="5120640"/>
                  </a:lnTo>
                  <a:lnTo>
                    <a:pt x="3162300" y="5120640"/>
                  </a:lnTo>
                  <a:lnTo>
                    <a:pt x="3162300" y="5093970"/>
                  </a:lnTo>
                  <a:lnTo>
                    <a:pt x="3173730" y="5093970"/>
                  </a:lnTo>
                  <a:lnTo>
                    <a:pt x="3173730" y="5132070"/>
                  </a:lnTo>
                  <a:lnTo>
                    <a:pt x="3117850" y="5132070"/>
                  </a:lnTo>
                  <a:close/>
                  <a:moveTo>
                    <a:pt x="3167380" y="5030470"/>
                  </a:moveTo>
                  <a:cubicBezTo>
                    <a:pt x="3168650" y="5034280"/>
                    <a:pt x="3169920" y="5038090"/>
                    <a:pt x="3171190" y="5041900"/>
                  </a:cubicBezTo>
                  <a:cubicBezTo>
                    <a:pt x="3172460" y="5045710"/>
                    <a:pt x="3172460" y="5049520"/>
                    <a:pt x="3172460" y="5053330"/>
                  </a:cubicBezTo>
                  <a:cubicBezTo>
                    <a:pt x="3172460" y="5057140"/>
                    <a:pt x="3171190" y="5060950"/>
                    <a:pt x="3169920" y="5064760"/>
                  </a:cubicBezTo>
                  <a:cubicBezTo>
                    <a:pt x="3168650" y="5068570"/>
                    <a:pt x="3166110" y="5071110"/>
                    <a:pt x="3164840" y="5073650"/>
                  </a:cubicBezTo>
                  <a:cubicBezTo>
                    <a:pt x="3162300" y="5076190"/>
                    <a:pt x="3159760" y="5078730"/>
                    <a:pt x="3155950" y="5080000"/>
                  </a:cubicBezTo>
                  <a:cubicBezTo>
                    <a:pt x="3152140" y="5081270"/>
                    <a:pt x="3148330" y="5082540"/>
                    <a:pt x="3144520" y="5082540"/>
                  </a:cubicBezTo>
                  <a:cubicBezTo>
                    <a:pt x="3140710" y="5082540"/>
                    <a:pt x="3136900" y="5081270"/>
                    <a:pt x="3133090" y="5080000"/>
                  </a:cubicBezTo>
                  <a:cubicBezTo>
                    <a:pt x="3129280" y="5078730"/>
                    <a:pt x="3126740" y="5076190"/>
                    <a:pt x="3124200" y="5073650"/>
                  </a:cubicBezTo>
                  <a:cubicBezTo>
                    <a:pt x="3121660" y="5071110"/>
                    <a:pt x="3120390" y="5068570"/>
                    <a:pt x="3119121" y="5064760"/>
                  </a:cubicBezTo>
                  <a:cubicBezTo>
                    <a:pt x="3117850" y="5060950"/>
                    <a:pt x="3116581" y="5057140"/>
                    <a:pt x="3116581" y="5053330"/>
                  </a:cubicBezTo>
                  <a:cubicBezTo>
                    <a:pt x="3116581" y="5049520"/>
                    <a:pt x="3116581" y="5044440"/>
                    <a:pt x="3117851" y="5041900"/>
                  </a:cubicBezTo>
                  <a:cubicBezTo>
                    <a:pt x="3119121" y="5038090"/>
                    <a:pt x="3120391" y="5035550"/>
                    <a:pt x="3122931" y="5031740"/>
                  </a:cubicBezTo>
                  <a:lnTo>
                    <a:pt x="3131821" y="5040630"/>
                  </a:lnTo>
                  <a:cubicBezTo>
                    <a:pt x="3130550" y="5041900"/>
                    <a:pt x="3129281" y="5044440"/>
                    <a:pt x="3128010" y="5045710"/>
                  </a:cubicBezTo>
                  <a:cubicBezTo>
                    <a:pt x="3126740" y="5048250"/>
                    <a:pt x="3126740" y="5050790"/>
                    <a:pt x="3126740" y="5053330"/>
                  </a:cubicBezTo>
                  <a:cubicBezTo>
                    <a:pt x="3126740" y="5055871"/>
                    <a:pt x="3126740" y="5058410"/>
                    <a:pt x="3128010" y="5059680"/>
                  </a:cubicBezTo>
                  <a:cubicBezTo>
                    <a:pt x="3129281" y="5062221"/>
                    <a:pt x="3130550" y="5063490"/>
                    <a:pt x="3131821" y="5064760"/>
                  </a:cubicBezTo>
                  <a:cubicBezTo>
                    <a:pt x="3133091" y="5066030"/>
                    <a:pt x="3135631" y="5067300"/>
                    <a:pt x="3136900" y="5068570"/>
                  </a:cubicBezTo>
                  <a:cubicBezTo>
                    <a:pt x="3139440" y="5069840"/>
                    <a:pt x="3140710" y="5069840"/>
                    <a:pt x="3143250" y="5069840"/>
                  </a:cubicBezTo>
                  <a:cubicBezTo>
                    <a:pt x="3145790" y="5069840"/>
                    <a:pt x="3148330" y="5069840"/>
                    <a:pt x="3149600" y="5068570"/>
                  </a:cubicBezTo>
                  <a:cubicBezTo>
                    <a:pt x="3152140" y="5067300"/>
                    <a:pt x="3153410" y="5066030"/>
                    <a:pt x="3154680" y="5064760"/>
                  </a:cubicBezTo>
                  <a:cubicBezTo>
                    <a:pt x="3155950" y="5063491"/>
                    <a:pt x="3157220" y="5060950"/>
                    <a:pt x="3158490" y="5059680"/>
                  </a:cubicBezTo>
                  <a:cubicBezTo>
                    <a:pt x="3159760" y="5057140"/>
                    <a:pt x="3159760" y="5055871"/>
                    <a:pt x="3159760" y="5053330"/>
                  </a:cubicBezTo>
                  <a:cubicBezTo>
                    <a:pt x="3159760" y="5050790"/>
                    <a:pt x="3159760" y="5048250"/>
                    <a:pt x="3158490" y="5046980"/>
                  </a:cubicBezTo>
                  <a:cubicBezTo>
                    <a:pt x="3158490" y="5045710"/>
                    <a:pt x="3157220" y="5043171"/>
                    <a:pt x="3157220" y="5041900"/>
                  </a:cubicBezTo>
                  <a:lnTo>
                    <a:pt x="3148330" y="5041900"/>
                  </a:lnTo>
                  <a:lnTo>
                    <a:pt x="3148330" y="5052060"/>
                  </a:lnTo>
                  <a:lnTo>
                    <a:pt x="3136900" y="5052060"/>
                  </a:lnTo>
                  <a:lnTo>
                    <a:pt x="3136900" y="5030470"/>
                  </a:lnTo>
                  <a:lnTo>
                    <a:pt x="3167380" y="5030470"/>
                  </a:lnTo>
                  <a:close/>
                  <a:moveTo>
                    <a:pt x="3117850" y="5002530"/>
                  </a:moveTo>
                  <a:lnTo>
                    <a:pt x="3117850" y="4992370"/>
                  </a:lnTo>
                  <a:lnTo>
                    <a:pt x="3171190" y="4969510"/>
                  </a:lnTo>
                  <a:lnTo>
                    <a:pt x="3171190" y="4983480"/>
                  </a:lnTo>
                  <a:lnTo>
                    <a:pt x="3159760" y="4988560"/>
                  </a:lnTo>
                  <a:lnTo>
                    <a:pt x="3159760" y="5010150"/>
                  </a:lnTo>
                  <a:lnTo>
                    <a:pt x="3171190" y="5015230"/>
                  </a:lnTo>
                  <a:lnTo>
                    <a:pt x="3171190" y="5027930"/>
                  </a:lnTo>
                  <a:lnTo>
                    <a:pt x="3117850" y="5002530"/>
                  </a:lnTo>
                  <a:close/>
                  <a:moveTo>
                    <a:pt x="3133090" y="4997450"/>
                  </a:moveTo>
                  <a:lnTo>
                    <a:pt x="3149600" y="5003800"/>
                  </a:lnTo>
                  <a:lnTo>
                    <a:pt x="3149600" y="4991100"/>
                  </a:lnTo>
                  <a:lnTo>
                    <a:pt x="3133090" y="4997450"/>
                  </a:lnTo>
                  <a:close/>
                  <a:moveTo>
                    <a:pt x="3128010" y="4955540"/>
                  </a:moveTo>
                  <a:lnTo>
                    <a:pt x="3128010" y="4970780"/>
                  </a:lnTo>
                  <a:lnTo>
                    <a:pt x="3117850" y="4970780"/>
                  </a:lnTo>
                  <a:lnTo>
                    <a:pt x="3117850" y="4927600"/>
                  </a:lnTo>
                  <a:lnTo>
                    <a:pt x="3128010" y="4927600"/>
                  </a:lnTo>
                  <a:lnTo>
                    <a:pt x="3128010" y="4942840"/>
                  </a:lnTo>
                  <a:lnTo>
                    <a:pt x="3171190" y="4942840"/>
                  </a:lnTo>
                  <a:lnTo>
                    <a:pt x="3171190" y="4954270"/>
                  </a:lnTo>
                  <a:lnTo>
                    <a:pt x="3128010" y="4955540"/>
                  </a:lnTo>
                  <a:lnTo>
                    <a:pt x="3128010" y="4955540"/>
                  </a:lnTo>
                  <a:close/>
                  <a:moveTo>
                    <a:pt x="3117850" y="4917440"/>
                  </a:moveTo>
                  <a:lnTo>
                    <a:pt x="3117850" y="4906010"/>
                  </a:lnTo>
                  <a:lnTo>
                    <a:pt x="3171190" y="4906010"/>
                  </a:lnTo>
                  <a:lnTo>
                    <a:pt x="3171190" y="4917440"/>
                  </a:lnTo>
                  <a:lnTo>
                    <a:pt x="3117850" y="4917440"/>
                  </a:lnTo>
                  <a:close/>
                  <a:moveTo>
                    <a:pt x="3117850" y="4894580"/>
                  </a:moveTo>
                  <a:lnTo>
                    <a:pt x="3117850" y="4881880"/>
                  </a:lnTo>
                  <a:lnTo>
                    <a:pt x="3153410" y="4869180"/>
                  </a:lnTo>
                  <a:lnTo>
                    <a:pt x="3153410" y="4869180"/>
                  </a:lnTo>
                  <a:lnTo>
                    <a:pt x="3117850" y="4855210"/>
                  </a:lnTo>
                  <a:lnTo>
                    <a:pt x="3117850" y="4842510"/>
                  </a:lnTo>
                  <a:lnTo>
                    <a:pt x="3171190" y="4865370"/>
                  </a:lnTo>
                  <a:lnTo>
                    <a:pt x="3171190" y="4875530"/>
                  </a:lnTo>
                  <a:lnTo>
                    <a:pt x="3117850" y="4894580"/>
                  </a:lnTo>
                  <a:close/>
                  <a:moveTo>
                    <a:pt x="3117850" y="4829810"/>
                  </a:moveTo>
                  <a:lnTo>
                    <a:pt x="3117850" y="4792980"/>
                  </a:lnTo>
                  <a:lnTo>
                    <a:pt x="3129280" y="4792980"/>
                  </a:lnTo>
                  <a:lnTo>
                    <a:pt x="3129280" y="4818380"/>
                  </a:lnTo>
                  <a:lnTo>
                    <a:pt x="3139440" y="4818380"/>
                  </a:lnTo>
                  <a:lnTo>
                    <a:pt x="3139440" y="4795520"/>
                  </a:lnTo>
                  <a:lnTo>
                    <a:pt x="3150870" y="4795520"/>
                  </a:lnTo>
                  <a:lnTo>
                    <a:pt x="3150870" y="4818380"/>
                  </a:lnTo>
                  <a:lnTo>
                    <a:pt x="3162300" y="4818380"/>
                  </a:lnTo>
                  <a:lnTo>
                    <a:pt x="3162300" y="4791710"/>
                  </a:lnTo>
                  <a:lnTo>
                    <a:pt x="3173730" y="4791710"/>
                  </a:lnTo>
                  <a:lnTo>
                    <a:pt x="3173730" y="4829810"/>
                  </a:lnTo>
                  <a:lnTo>
                    <a:pt x="3117850" y="4829810"/>
                  </a:lnTo>
                  <a:close/>
                  <a:moveTo>
                    <a:pt x="30480" y="146050"/>
                  </a:moveTo>
                  <a:lnTo>
                    <a:pt x="1270" y="83820"/>
                  </a:lnTo>
                  <a:lnTo>
                    <a:pt x="6350" y="82550"/>
                  </a:lnTo>
                  <a:lnTo>
                    <a:pt x="30480" y="134620"/>
                  </a:lnTo>
                  <a:lnTo>
                    <a:pt x="53340" y="82550"/>
                  </a:lnTo>
                  <a:lnTo>
                    <a:pt x="58420" y="83820"/>
                  </a:lnTo>
                  <a:lnTo>
                    <a:pt x="30480" y="146050"/>
                  </a:lnTo>
                  <a:close/>
                  <a:moveTo>
                    <a:pt x="26670" y="0"/>
                  </a:moveTo>
                  <a:lnTo>
                    <a:pt x="31750" y="0"/>
                  </a:lnTo>
                  <a:lnTo>
                    <a:pt x="31750" y="139700"/>
                  </a:lnTo>
                  <a:lnTo>
                    <a:pt x="26670" y="139700"/>
                  </a:lnTo>
                  <a:lnTo>
                    <a:pt x="26670" y="0"/>
                  </a:lnTo>
                  <a:close/>
                  <a:moveTo>
                    <a:pt x="41910" y="246380"/>
                  </a:moveTo>
                  <a:lnTo>
                    <a:pt x="31750" y="234950"/>
                  </a:lnTo>
                  <a:lnTo>
                    <a:pt x="39370" y="228600"/>
                  </a:lnTo>
                  <a:lnTo>
                    <a:pt x="54610" y="246380"/>
                  </a:lnTo>
                  <a:lnTo>
                    <a:pt x="54610" y="256540"/>
                  </a:lnTo>
                  <a:lnTo>
                    <a:pt x="1270" y="256540"/>
                  </a:lnTo>
                  <a:lnTo>
                    <a:pt x="1270" y="246380"/>
                  </a:lnTo>
                  <a:lnTo>
                    <a:pt x="41910" y="246380"/>
                  </a:lnTo>
                  <a:close/>
                  <a:moveTo>
                    <a:pt x="34290" y="292100"/>
                  </a:moveTo>
                  <a:lnTo>
                    <a:pt x="34290" y="295910"/>
                  </a:lnTo>
                  <a:cubicBezTo>
                    <a:pt x="34290" y="297180"/>
                    <a:pt x="34290" y="298450"/>
                    <a:pt x="34290" y="298450"/>
                  </a:cubicBezTo>
                  <a:cubicBezTo>
                    <a:pt x="34290" y="298450"/>
                    <a:pt x="34290" y="300990"/>
                    <a:pt x="35560" y="300990"/>
                  </a:cubicBezTo>
                  <a:cubicBezTo>
                    <a:pt x="35560" y="302260"/>
                    <a:pt x="36830" y="302260"/>
                    <a:pt x="36830" y="303530"/>
                  </a:cubicBezTo>
                  <a:cubicBezTo>
                    <a:pt x="38100" y="303530"/>
                    <a:pt x="38100" y="304800"/>
                    <a:pt x="39370" y="304800"/>
                  </a:cubicBezTo>
                  <a:cubicBezTo>
                    <a:pt x="40640" y="304800"/>
                    <a:pt x="41910" y="303530"/>
                    <a:pt x="43180" y="302260"/>
                  </a:cubicBezTo>
                  <a:cubicBezTo>
                    <a:pt x="44450" y="300990"/>
                    <a:pt x="44450" y="299720"/>
                    <a:pt x="44450" y="297180"/>
                  </a:cubicBezTo>
                  <a:cubicBezTo>
                    <a:pt x="44450" y="295910"/>
                    <a:pt x="44450" y="293370"/>
                    <a:pt x="43180" y="293370"/>
                  </a:cubicBezTo>
                  <a:cubicBezTo>
                    <a:pt x="41910" y="293370"/>
                    <a:pt x="40640" y="290830"/>
                    <a:pt x="39370" y="290830"/>
                  </a:cubicBezTo>
                  <a:lnTo>
                    <a:pt x="41910" y="278130"/>
                  </a:lnTo>
                  <a:cubicBezTo>
                    <a:pt x="44450" y="278130"/>
                    <a:pt x="45720" y="279400"/>
                    <a:pt x="48260" y="280670"/>
                  </a:cubicBezTo>
                  <a:cubicBezTo>
                    <a:pt x="49530" y="281940"/>
                    <a:pt x="50800" y="283210"/>
                    <a:pt x="52070" y="284480"/>
                  </a:cubicBezTo>
                  <a:cubicBezTo>
                    <a:pt x="53340" y="285750"/>
                    <a:pt x="53340" y="288290"/>
                    <a:pt x="54610" y="289560"/>
                  </a:cubicBezTo>
                  <a:cubicBezTo>
                    <a:pt x="55880" y="290830"/>
                    <a:pt x="55880" y="293370"/>
                    <a:pt x="55880" y="295910"/>
                  </a:cubicBezTo>
                  <a:cubicBezTo>
                    <a:pt x="55880" y="298450"/>
                    <a:pt x="55880" y="300990"/>
                    <a:pt x="54610" y="302260"/>
                  </a:cubicBezTo>
                  <a:cubicBezTo>
                    <a:pt x="54610" y="304800"/>
                    <a:pt x="53340" y="306070"/>
                    <a:pt x="52070" y="308610"/>
                  </a:cubicBezTo>
                  <a:cubicBezTo>
                    <a:pt x="50800" y="309880"/>
                    <a:pt x="49530" y="311150"/>
                    <a:pt x="46990" y="312420"/>
                  </a:cubicBezTo>
                  <a:cubicBezTo>
                    <a:pt x="45720" y="313690"/>
                    <a:pt x="43180" y="313690"/>
                    <a:pt x="40640" y="313690"/>
                  </a:cubicBezTo>
                  <a:cubicBezTo>
                    <a:pt x="38100" y="313690"/>
                    <a:pt x="35560" y="312420"/>
                    <a:pt x="33020" y="311150"/>
                  </a:cubicBezTo>
                  <a:cubicBezTo>
                    <a:pt x="30480" y="309880"/>
                    <a:pt x="30480" y="309880"/>
                    <a:pt x="29210" y="307340"/>
                  </a:cubicBezTo>
                  <a:lnTo>
                    <a:pt x="29210" y="307340"/>
                  </a:lnTo>
                  <a:cubicBezTo>
                    <a:pt x="29210" y="308610"/>
                    <a:pt x="27940" y="309880"/>
                    <a:pt x="27940" y="311150"/>
                  </a:cubicBezTo>
                  <a:cubicBezTo>
                    <a:pt x="26670" y="312420"/>
                    <a:pt x="26670" y="313690"/>
                    <a:pt x="25400" y="313690"/>
                  </a:cubicBezTo>
                  <a:cubicBezTo>
                    <a:pt x="24130" y="314960"/>
                    <a:pt x="22860" y="314960"/>
                    <a:pt x="21590" y="316230"/>
                  </a:cubicBezTo>
                  <a:cubicBezTo>
                    <a:pt x="20320" y="316230"/>
                    <a:pt x="19050" y="317500"/>
                    <a:pt x="16510" y="317500"/>
                  </a:cubicBezTo>
                  <a:cubicBezTo>
                    <a:pt x="13970" y="317500"/>
                    <a:pt x="11430" y="317500"/>
                    <a:pt x="8890" y="316230"/>
                  </a:cubicBezTo>
                  <a:cubicBezTo>
                    <a:pt x="6350" y="314960"/>
                    <a:pt x="5080" y="313690"/>
                    <a:pt x="3810" y="312420"/>
                  </a:cubicBezTo>
                  <a:cubicBezTo>
                    <a:pt x="2540" y="311150"/>
                    <a:pt x="1270" y="308610"/>
                    <a:pt x="1270" y="306070"/>
                  </a:cubicBezTo>
                  <a:cubicBezTo>
                    <a:pt x="1270" y="303530"/>
                    <a:pt x="0" y="300990"/>
                    <a:pt x="0" y="297180"/>
                  </a:cubicBezTo>
                  <a:cubicBezTo>
                    <a:pt x="0" y="292100"/>
                    <a:pt x="1270" y="288290"/>
                    <a:pt x="3810" y="284480"/>
                  </a:cubicBezTo>
                  <a:cubicBezTo>
                    <a:pt x="6350" y="280670"/>
                    <a:pt x="10160" y="278130"/>
                    <a:pt x="13970" y="278130"/>
                  </a:cubicBezTo>
                  <a:lnTo>
                    <a:pt x="16510" y="289560"/>
                  </a:lnTo>
                  <a:cubicBezTo>
                    <a:pt x="13970" y="289560"/>
                    <a:pt x="12700" y="290830"/>
                    <a:pt x="11430" y="292100"/>
                  </a:cubicBezTo>
                  <a:cubicBezTo>
                    <a:pt x="10160" y="293370"/>
                    <a:pt x="10160" y="294640"/>
                    <a:pt x="10160" y="297180"/>
                  </a:cubicBezTo>
                  <a:cubicBezTo>
                    <a:pt x="10160" y="299720"/>
                    <a:pt x="11430" y="300990"/>
                    <a:pt x="12700" y="302260"/>
                  </a:cubicBezTo>
                  <a:cubicBezTo>
                    <a:pt x="13970" y="303530"/>
                    <a:pt x="15240" y="303530"/>
                    <a:pt x="17780" y="303530"/>
                  </a:cubicBezTo>
                  <a:cubicBezTo>
                    <a:pt x="19050" y="303530"/>
                    <a:pt x="20320" y="303530"/>
                    <a:pt x="21590" y="302260"/>
                  </a:cubicBezTo>
                  <a:cubicBezTo>
                    <a:pt x="22860" y="300990"/>
                    <a:pt x="22860" y="300990"/>
                    <a:pt x="22860" y="299720"/>
                  </a:cubicBezTo>
                  <a:cubicBezTo>
                    <a:pt x="22860" y="298450"/>
                    <a:pt x="24130" y="297180"/>
                    <a:pt x="24130" y="295910"/>
                  </a:cubicBezTo>
                  <a:cubicBezTo>
                    <a:pt x="24130" y="294640"/>
                    <a:pt x="24130" y="293370"/>
                    <a:pt x="24130" y="292100"/>
                  </a:cubicBezTo>
                  <a:lnTo>
                    <a:pt x="24130" y="289560"/>
                  </a:lnTo>
                  <a:lnTo>
                    <a:pt x="34290" y="289560"/>
                  </a:lnTo>
                  <a:lnTo>
                    <a:pt x="34290" y="292100"/>
                  </a:lnTo>
                  <a:close/>
                  <a:moveTo>
                    <a:pt x="30480" y="1762760"/>
                  </a:moveTo>
                  <a:lnTo>
                    <a:pt x="1270" y="1700530"/>
                  </a:lnTo>
                  <a:lnTo>
                    <a:pt x="6350" y="1697990"/>
                  </a:lnTo>
                  <a:lnTo>
                    <a:pt x="30480" y="1750060"/>
                  </a:lnTo>
                  <a:lnTo>
                    <a:pt x="53340" y="1697990"/>
                  </a:lnTo>
                  <a:lnTo>
                    <a:pt x="58420" y="1700530"/>
                  </a:lnTo>
                  <a:lnTo>
                    <a:pt x="30480" y="1762760"/>
                  </a:lnTo>
                  <a:close/>
                  <a:moveTo>
                    <a:pt x="26670" y="1616710"/>
                  </a:moveTo>
                  <a:lnTo>
                    <a:pt x="31750" y="1616710"/>
                  </a:lnTo>
                  <a:lnTo>
                    <a:pt x="31750" y="1756410"/>
                  </a:lnTo>
                  <a:lnTo>
                    <a:pt x="26670" y="1756410"/>
                  </a:lnTo>
                  <a:lnTo>
                    <a:pt x="26670" y="1616710"/>
                  </a:lnTo>
                  <a:close/>
                  <a:moveTo>
                    <a:pt x="41910" y="1863090"/>
                  </a:moveTo>
                  <a:lnTo>
                    <a:pt x="31750" y="1851660"/>
                  </a:lnTo>
                  <a:lnTo>
                    <a:pt x="39370" y="1845310"/>
                  </a:lnTo>
                  <a:lnTo>
                    <a:pt x="54610" y="1863090"/>
                  </a:lnTo>
                  <a:lnTo>
                    <a:pt x="54610" y="1873250"/>
                  </a:lnTo>
                  <a:lnTo>
                    <a:pt x="1270" y="1873250"/>
                  </a:lnTo>
                  <a:lnTo>
                    <a:pt x="1270" y="1861820"/>
                  </a:lnTo>
                  <a:lnTo>
                    <a:pt x="41910" y="1863090"/>
                  </a:lnTo>
                  <a:lnTo>
                    <a:pt x="41910" y="1863090"/>
                  </a:lnTo>
                  <a:close/>
                  <a:moveTo>
                    <a:pt x="34290" y="1908810"/>
                  </a:moveTo>
                  <a:lnTo>
                    <a:pt x="34290" y="1912620"/>
                  </a:lnTo>
                  <a:cubicBezTo>
                    <a:pt x="34290" y="1913890"/>
                    <a:pt x="34290" y="1915160"/>
                    <a:pt x="34290" y="1915160"/>
                  </a:cubicBezTo>
                  <a:cubicBezTo>
                    <a:pt x="34290" y="1915160"/>
                    <a:pt x="34290" y="1917700"/>
                    <a:pt x="35560" y="1917700"/>
                  </a:cubicBezTo>
                  <a:cubicBezTo>
                    <a:pt x="35560" y="1918970"/>
                    <a:pt x="36830" y="1918970"/>
                    <a:pt x="36830" y="1920240"/>
                  </a:cubicBezTo>
                  <a:cubicBezTo>
                    <a:pt x="38100" y="1920240"/>
                    <a:pt x="38100" y="1921510"/>
                    <a:pt x="39370" y="1921510"/>
                  </a:cubicBezTo>
                  <a:cubicBezTo>
                    <a:pt x="40640" y="1921510"/>
                    <a:pt x="41910" y="1920240"/>
                    <a:pt x="43180" y="1918970"/>
                  </a:cubicBezTo>
                  <a:cubicBezTo>
                    <a:pt x="44450" y="1917700"/>
                    <a:pt x="44450" y="1916430"/>
                    <a:pt x="44450" y="1913890"/>
                  </a:cubicBezTo>
                  <a:cubicBezTo>
                    <a:pt x="44450" y="1912620"/>
                    <a:pt x="44450" y="1910080"/>
                    <a:pt x="43180" y="1910080"/>
                  </a:cubicBezTo>
                  <a:cubicBezTo>
                    <a:pt x="41910" y="1910080"/>
                    <a:pt x="40640" y="1907540"/>
                    <a:pt x="39370" y="1907540"/>
                  </a:cubicBezTo>
                  <a:lnTo>
                    <a:pt x="41910" y="1894840"/>
                  </a:lnTo>
                  <a:cubicBezTo>
                    <a:pt x="44450" y="1894840"/>
                    <a:pt x="45720" y="1896110"/>
                    <a:pt x="48260" y="1897380"/>
                  </a:cubicBezTo>
                  <a:cubicBezTo>
                    <a:pt x="49530" y="1898650"/>
                    <a:pt x="50800" y="1899920"/>
                    <a:pt x="52070" y="1901190"/>
                  </a:cubicBezTo>
                  <a:cubicBezTo>
                    <a:pt x="53340" y="1902460"/>
                    <a:pt x="53340" y="1905000"/>
                    <a:pt x="54610" y="1906270"/>
                  </a:cubicBezTo>
                  <a:cubicBezTo>
                    <a:pt x="55880" y="1907540"/>
                    <a:pt x="55880" y="1910080"/>
                    <a:pt x="55880" y="1912620"/>
                  </a:cubicBezTo>
                  <a:cubicBezTo>
                    <a:pt x="55880" y="1915160"/>
                    <a:pt x="55880" y="1917700"/>
                    <a:pt x="54610" y="1918970"/>
                  </a:cubicBezTo>
                  <a:cubicBezTo>
                    <a:pt x="54610" y="1921510"/>
                    <a:pt x="53340" y="1922780"/>
                    <a:pt x="52070" y="1925320"/>
                  </a:cubicBezTo>
                  <a:cubicBezTo>
                    <a:pt x="50800" y="1926590"/>
                    <a:pt x="49530" y="1927860"/>
                    <a:pt x="46990" y="1929130"/>
                  </a:cubicBezTo>
                  <a:cubicBezTo>
                    <a:pt x="45720" y="1930400"/>
                    <a:pt x="43180" y="1930400"/>
                    <a:pt x="40640" y="1930400"/>
                  </a:cubicBezTo>
                  <a:cubicBezTo>
                    <a:pt x="38100" y="1930400"/>
                    <a:pt x="35560" y="1929130"/>
                    <a:pt x="33020" y="1927860"/>
                  </a:cubicBezTo>
                  <a:cubicBezTo>
                    <a:pt x="30480" y="1926590"/>
                    <a:pt x="29210" y="1924050"/>
                    <a:pt x="29210" y="1921510"/>
                  </a:cubicBezTo>
                  <a:lnTo>
                    <a:pt x="29210" y="1921510"/>
                  </a:lnTo>
                  <a:cubicBezTo>
                    <a:pt x="29210" y="1922780"/>
                    <a:pt x="27940" y="1924050"/>
                    <a:pt x="27940" y="1925320"/>
                  </a:cubicBezTo>
                  <a:cubicBezTo>
                    <a:pt x="26670" y="1926590"/>
                    <a:pt x="26670" y="1927860"/>
                    <a:pt x="25400" y="1927860"/>
                  </a:cubicBezTo>
                  <a:cubicBezTo>
                    <a:pt x="24130" y="1929130"/>
                    <a:pt x="22860" y="1929130"/>
                    <a:pt x="21590" y="1930400"/>
                  </a:cubicBezTo>
                  <a:cubicBezTo>
                    <a:pt x="20320" y="1930400"/>
                    <a:pt x="19050" y="1931670"/>
                    <a:pt x="16510" y="1931670"/>
                  </a:cubicBezTo>
                  <a:cubicBezTo>
                    <a:pt x="13970" y="1931670"/>
                    <a:pt x="11430" y="1931670"/>
                    <a:pt x="8890" y="1930400"/>
                  </a:cubicBezTo>
                  <a:cubicBezTo>
                    <a:pt x="6350" y="1929130"/>
                    <a:pt x="5080" y="1927860"/>
                    <a:pt x="3810" y="1926590"/>
                  </a:cubicBezTo>
                  <a:cubicBezTo>
                    <a:pt x="2540" y="1925320"/>
                    <a:pt x="1270" y="1922780"/>
                    <a:pt x="1270" y="1920240"/>
                  </a:cubicBezTo>
                  <a:cubicBezTo>
                    <a:pt x="1270" y="1917700"/>
                    <a:pt x="0" y="1915160"/>
                    <a:pt x="0" y="1912620"/>
                  </a:cubicBezTo>
                  <a:cubicBezTo>
                    <a:pt x="0" y="1907540"/>
                    <a:pt x="1270" y="1903730"/>
                    <a:pt x="3810" y="1899920"/>
                  </a:cubicBezTo>
                  <a:cubicBezTo>
                    <a:pt x="6350" y="1896110"/>
                    <a:pt x="10160" y="1893570"/>
                    <a:pt x="13970" y="1893570"/>
                  </a:cubicBezTo>
                  <a:lnTo>
                    <a:pt x="16510" y="1905000"/>
                  </a:lnTo>
                  <a:cubicBezTo>
                    <a:pt x="13970" y="1905000"/>
                    <a:pt x="12700" y="1906270"/>
                    <a:pt x="11430" y="1907540"/>
                  </a:cubicBezTo>
                  <a:cubicBezTo>
                    <a:pt x="10160" y="1908810"/>
                    <a:pt x="10160" y="1910080"/>
                    <a:pt x="10160" y="1912620"/>
                  </a:cubicBezTo>
                  <a:cubicBezTo>
                    <a:pt x="10160" y="1915160"/>
                    <a:pt x="11430" y="1916430"/>
                    <a:pt x="12700" y="1917700"/>
                  </a:cubicBezTo>
                  <a:cubicBezTo>
                    <a:pt x="13970" y="1918970"/>
                    <a:pt x="15240" y="1918970"/>
                    <a:pt x="17780" y="1918970"/>
                  </a:cubicBezTo>
                  <a:cubicBezTo>
                    <a:pt x="19050" y="1918970"/>
                    <a:pt x="20320" y="1918970"/>
                    <a:pt x="21590" y="1917700"/>
                  </a:cubicBezTo>
                  <a:cubicBezTo>
                    <a:pt x="22860" y="1916430"/>
                    <a:pt x="22860" y="1916430"/>
                    <a:pt x="22860" y="1915160"/>
                  </a:cubicBezTo>
                  <a:cubicBezTo>
                    <a:pt x="22860" y="1913890"/>
                    <a:pt x="24130" y="1912620"/>
                    <a:pt x="24130" y="1911350"/>
                  </a:cubicBezTo>
                  <a:cubicBezTo>
                    <a:pt x="24130" y="1910080"/>
                    <a:pt x="24130" y="1908810"/>
                    <a:pt x="24130" y="1907540"/>
                  </a:cubicBezTo>
                  <a:lnTo>
                    <a:pt x="24130" y="1905000"/>
                  </a:lnTo>
                  <a:lnTo>
                    <a:pt x="34290" y="1905000"/>
                  </a:lnTo>
                  <a:lnTo>
                    <a:pt x="34290" y="1908810"/>
                  </a:lnTo>
                  <a:close/>
                  <a:moveTo>
                    <a:pt x="54610" y="1996440"/>
                  </a:moveTo>
                  <a:lnTo>
                    <a:pt x="54610" y="2006600"/>
                  </a:lnTo>
                  <a:lnTo>
                    <a:pt x="1270" y="2029460"/>
                  </a:lnTo>
                  <a:lnTo>
                    <a:pt x="1270" y="2015490"/>
                  </a:lnTo>
                  <a:lnTo>
                    <a:pt x="12700" y="2010410"/>
                  </a:lnTo>
                  <a:lnTo>
                    <a:pt x="12700" y="1990090"/>
                  </a:lnTo>
                  <a:lnTo>
                    <a:pt x="1270" y="1985010"/>
                  </a:lnTo>
                  <a:lnTo>
                    <a:pt x="1270" y="1972310"/>
                  </a:lnTo>
                  <a:lnTo>
                    <a:pt x="54610" y="1996440"/>
                  </a:lnTo>
                  <a:close/>
                  <a:moveTo>
                    <a:pt x="39370" y="2000250"/>
                  </a:moveTo>
                  <a:lnTo>
                    <a:pt x="22860" y="1993900"/>
                  </a:lnTo>
                  <a:lnTo>
                    <a:pt x="22860" y="2006600"/>
                  </a:lnTo>
                  <a:lnTo>
                    <a:pt x="39370" y="2000250"/>
                  </a:lnTo>
                  <a:close/>
                  <a:moveTo>
                    <a:pt x="30480" y="3468370"/>
                  </a:moveTo>
                  <a:lnTo>
                    <a:pt x="1270" y="3406140"/>
                  </a:lnTo>
                  <a:lnTo>
                    <a:pt x="6350" y="3403600"/>
                  </a:lnTo>
                  <a:lnTo>
                    <a:pt x="30480" y="3455670"/>
                  </a:lnTo>
                  <a:lnTo>
                    <a:pt x="53340" y="3403600"/>
                  </a:lnTo>
                  <a:lnTo>
                    <a:pt x="58420" y="3406140"/>
                  </a:lnTo>
                  <a:lnTo>
                    <a:pt x="30480" y="3468370"/>
                  </a:lnTo>
                  <a:close/>
                  <a:moveTo>
                    <a:pt x="26670" y="3322320"/>
                  </a:moveTo>
                  <a:lnTo>
                    <a:pt x="31750" y="3322320"/>
                  </a:lnTo>
                  <a:lnTo>
                    <a:pt x="31750" y="3462020"/>
                  </a:lnTo>
                  <a:lnTo>
                    <a:pt x="26670" y="3462020"/>
                  </a:lnTo>
                  <a:lnTo>
                    <a:pt x="26670" y="3322320"/>
                  </a:lnTo>
                  <a:close/>
                  <a:moveTo>
                    <a:pt x="41910" y="3568700"/>
                  </a:moveTo>
                  <a:lnTo>
                    <a:pt x="31750" y="3557270"/>
                  </a:lnTo>
                  <a:lnTo>
                    <a:pt x="39370" y="3550920"/>
                  </a:lnTo>
                  <a:lnTo>
                    <a:pt x="54610" y="3568700"/>
                  </a:lnTo>
                  <a:lnTo>
                    <a:pt x="54610" y="3578860"/>
                  </a:lnTo>
                  <a:lnTo>
                    <a:pt x="1270" y="3578860"/>
                  </a:lnTo>
                  <a:lnTo>
                    <a:pt x="1270" y="3567430"/>
                  </a:lnTo>
                  <a:lnTo>
                    <a:pt x="41910" y="3567430"/>
                  </a:lnTo>
                  <a:lnTo>
                    <a:pt x="41910" y="3568700"/>
                  </a:lnTo>
                  <a:close/>
                  <a:moveTo>
                    <a:pt x="12700" y="3623310"/>
                  </a:moveTo>
                  <a:lnTo>
                    <a:pt x="12700" y="3599180"/>
                  </a:lnTo>
                  <a:lnTo>
                    <a:pt x="21590" y="3599180"/>
                  </a:lnTo>
                  <a:lnTo>
                    <a:pt x="54610" y="3620770"/>
                  </a:lnTo>
                  <a:lnTo>
                    <a:pt x="54610" y="3633470"/>
                  </a:lnTo>
                  <a:lnTo>
                    <a:pt x="21590" y="3633470"/>
                  </a:lnTo>
                  <a:lnTo>
                    <a:pt x="21590" y="3639820"/>
                  </a:lnTo>
                  <a:lnTo>
                    <a:pt x="12700" y="3639820"/>
                  </a:lnTo>
                  <a:lnTo>
                    <a:pt x="12700" y="3633470"/>
                  </a:lnTo>
                  <a:lnTo>
                    <a:pt x="1270" y="3633470"/>
                  </a:lnTo>
                  <a:lnTo>
                    <a:pt x="1270" y="3622040"/>
                  </a:lnTo>
                  <a:lnTo>
                    <a:pt x="12700" y="3623310"/>
                  </a:lnTo>
                  <a:lnTo>
                    <a:pt x="12700" y="3623310"/>
                  </a:lnTo>
                  <a:close/>
                  <a:moveTo>
                    <a:pt x="40640" y="3623310"/>
                  </a:moveTo>
                  <a:lnTo>
                    <a:pt x="40640" y="3623310"/>
                  </a:lnTo>
                  <a:lnTo>
                    <a:pt x="21590" y="3611880"/>
                  </a:lnTo>
                  <a:lnTo>
                    <a:pt x="21590" y="3624580"/>
                  </a:lnTo>
                  <a:lnTo>
                    <a:pt x="40640" y="3624580"/>
                  </a:lnTo>
                  <a:lnTo>
                    <a:pt x="40640" y="3623310"/>
                  </a:lnTo>
                  <a:close/>
                  <a:moveTo>
                    <a:pt x="30480" y="5085080"/>
                  </a:moveTo>
                  <a:lnTo>
                    <a:pt x="1270" y="5022850"/>
                  </a:lnTo>
                  <a:lnTo>
                    <a:pt x="6350" y="5020310"/>
                  </a:lnTo>
                  <a:lnTo>
                    <a:pt x="30480" y="5072380"/>
                  </a:lnTo>
                  <a:lnTo>
                    <a:pt x="53340" y="5020310"/>
                  </a:lnTo>
                  <a:lnTo>
                    <a:pt x="58420" y="5022850"/>
                  </a:lnTo>
                  <a:lnTo>
                    <a:pt x="30480" y="5085080"/>
                  </a:lnTo>
                  <a:close/>
                  <a:moveTo>
                    <a:pt x="26670" y="4939030"/>
                  </a:moveTo>
                  <a:lnTo>
                    <a:pt x="31750" y="4939030"/>
                  </a:lnTo>
                  <a:lnTo>
                    <a:pt x="31750" y="5078730"/>
                  </a:lnTo>
                  <a:lnTo>
                    <a:pt x="26670" y="5078730"/>
                  </a:lnTo>
                  <a:lnTo>
                    <a:pt x="26670" y="4939030"/>
                  </a:lnTo>
                  <a:close/>
                  <a:moveTo>
                    <a:pt x="41910" y="5185410"/>
                  </a:moveTo>
                  <a:lnTo>
                    <a:pt x="31750" y="5173980"/>
                  </a:lnTo>
                  <a:lnTo>
                    <a:pt x="39370" y="5167630"/>
                  </a:lnTo>
                  <a:lnTo>
                    <a:pt x="54610" y="5185410"/>
                  </a:lnTo>
                  <a:lnTo>
                    <a:pt x="54610" y="5195570"/>
                  </a:lnTo>
                  <a:lnTo>
                    <a:pt x="1270" y="5195570"/>
                  </a:lnTo>
                  <a:lnTo>
                    <a:pt x="1270" y="5184140"/>
                  </a:lnTo>
                  <a:lnTo>
                    <a:pt x="41910" y="5184140"/>
                  </a:lnTo>
                  <a:lnTo>
                    <a:pt x="41910" y="5185410"/>
                  </a:lnTo>
                  <a:close/>
                  <a:moveTo>
                    <a:pt x="12700" y="5240020"/>
                  </a:moveTo>
                  <a:lnTo>
                    <a:pt x="12700" y="5215890"/>
                  </a:lnTo>
                  <a:lnTo>
                    <a:pt x="21590" y="5215890"/>
                  </a:lnTo>
                  <a:lnTo>
                    <a:pt x="54610" y="5237480"/>
                  </a:lnTo>
                  <a:lnTo>
                    <a:pt x="54610" y="5250180"/>
                  </a:lnTo>
                  <a:lnTo>
                    <a:pt x="21590" y="5250180"/>
                  </a:lnTo>
                  <a:lnTo>
                    <a:pt x="21590" y="5256530"/>
                  </a:lnTo>
                  <a:lnTo>
                    <a:pt x="12700" y="5256530"/>
                  </a:lnTo>
                  <a:lnTo>
                    <a:pt x="12700" y="5250180"/>
                  </a:lnTo>
                  <a:lnTo>
                    <a:pt x="1270" y="5250180"/>
                  </a:lnTo>
                  <a:lnTo>
                    <a:pt x="1270" y="5238750"/>
                  </a:lnTo>
                  <a:lnTo>
                    <a:pt x="12700" y="5240020"/>
                  </a:lnTo>
                  <a:lnTo>
                    <a:pt x="12700" y="5240020"/>
                  </a:lnTo>
                  <a:close/>
                  <a:moveTo>
                    <a:pt x="40640" y="5240020"/>
                  </a:moveTo>
                  <a:lnTo>
                    <a:pt x="40640" y="5240020"/>
                  </a:lnTo>
                  <a:lnTo>
                    <a:pt x="21590" y="5227320"/>
                  </a:lnTo>
                  <a:lnTo>
                    <a:pt x="21590" y="5240020"/>
                  </a:lnTo>
                  <a:lnTo>
                    <a:pt x="40640" y="5240020"/>
                  </a:lnTo>
                  <a:close/>
                  <a:moveTo>
                    <a:pt x="54610" y="5317490"/>
                  </a:moveTo>
                  <a:lnTo>
                    <a:pt x="54610" y="5327650"/>
                  </a:lnTo>
                  <a:lnTo>
                    <a:pt x="1270" y="5351780"/>
                  </a:lnTo>
                  <a:lnTo>
                    <a:pt x="1270" y="5337810"/>
                  </a:lnTo>
                  <a:lnTo>
                    <a:pt x="12700" y="5332730"/>
                  </a:lnTo>
                  <a:lnTo>
                    <a:pt x="12700" y="5311140"/>
                  </a:lnTo>
                  <a:lnTo>
                    <a:pt x="1270" y="5306060"/>
                  </a:lnTo>
                  <a:lnTo>
                    <a:pt x="1270" y="5293360"/>
                  </a:lnTo>
                  <a:lnTo>
                    <a:pt x="54610" y="5317490"/>
                  </a:lnTo>
                  <a:close/>
                  <a:moveTo>
                    <a:pt x="39370" y="5322570"/>
                  </a:moveTo>
                  <a:lnTo>
                    <a:pt x="22860" y="5316220"/>
                  </a:lnTo>
                  <a:lnTo>
                    <a:pt x="22860" y="5328920"/>
                  </a:lnTo>
                  <a:lnTo>
                    <a:pt x="39370" y="53225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2"/>
          <p:cNvSpPr txBox="1"/>
          <p:nvPr/>
        </p:nvSpPr>
        <p:spPr>
          <a:xfrm>
            <a:off x="256854" y="1298177"/>
            <a:ext cx="6160198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today’s fast-paced world, emotional well-being is often overlooked, leading to increased stress and anxiety. Studies show that 57% of people use music to manage stress. Yet, current recommendation systems rely on manual selection or predefined algorithms that don’t adapt to real-time emotions.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MoodSync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is an AI-powered software bridges this gap by using facial recognition to analyze emotions and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play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music, enhancing emotional well-being. With applications in mental health, stress management, and emotional awareness, this innovation transforms music into personalized therapy.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sz="30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6" name="Google Shape;106;p3"/>
          <p:cNvGrpSpPr/>
          <p:nvPr/>
        </p:nvGrpSpPr>
        <p:grpSpPr>
          <a:xfrm>
            <a:off x="118153" y="769558"/>
            <a:ext cx="8892283" cy="5764806"/>
            <a:chOff x="0" y="-76200"/>
            <a:chExt cx="4450880" cy="2313426"/>
          </a:xfrm>
        </p:grpSpPr>
        <p:sp>
          <p:nvSpPr>
            <p:cNvPr id="107" name="Google Shape;107;p3"/>
            <p:cNvSpPr/>
            <p:nvPr/>
          </p:nvSpPr>
          <p:spPr>
            <a:xfrm>
              <a:off x="0" y="0"/>
              <a:ext cx="4450880" cy="2237226"/>
            </a:xfrm>
            <a:custGeom>
              <a:avLst/>
              <a:gdLst/>
              <a:ahLst/>
              <a:cxnLst/>
              <a:rect l="l" t="t" r="r" b="b"/>
              <a:pathLst>
                <a:path w="4450880" h="2237226" extrusionOk="0">
                  <a:moveTo>
                    <a:pt x="0" y="0"/>
                  </a:moveTo>
                  <a:lnTo>
                    <a:pt x="4450880" y="0"/>
                  </a:lnTo>
                  <a:lnTo>
                    <a:pt x="4450880" y="2237226"/>
                  </a:lnTo>
                  <a:lnTo>
                    <a:pt x="0" y="2237226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08" name="Google Shape;108;p3"/>
            <p:cNvSpPr txBox="1"/>
            <p:nvPr/>
          </p:nvSpPr>
          <p:spPr>
            <a:xfrm>
              <a:off x="0" y="-76200"/>
              <a:ext cx="4450880" cy="23134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3"/>
          <p:cNvSpPr/>
          <p:nvPr/>
        </p:nvSpPr>
        <p:spPr>
          <a:xfrm>
            <a:off x="6780943" y="1109797"/>
            <a:ext cx="2108688" cy="1736145"/>
          </a:xfrm>
          <a:custGeom>
            <a:avLst/>
            <a:gdLst/>
            <a:ahLst/>
            <a:cxnLst/>
            <a:rect l="l" t="t" r="r" b="b"/>
            <a:pathLst>
              <a:path w="3448778" h="2862057" extrusionOk="0">
                <a:moveTo>
                  <a:pt x="0" y="0"/>
                </a:moveTo>
                <a:lnTo>
                  <a:pt x="3448778" y="0"/>
                </a:lnTo>
                <a:lnTo>
                  <a:pt x="3448778" y="2862057"/>
                </a:lnTo>
                <a:lnTo>
                  <a:pt x="0" y="28620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3"/>
          <p:cNvSpPr txBox="1"/>
          <p:nvPr/>
        </p:nvSpPr>
        <p:spPr>
          <a:xfrm>
            <a:off x="226031" y="1109797"/>
            <a:ext cx="6554912" cy="563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48029" marR="0" lvl="1" indent="-224013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Language: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-Python – The core language powering our project.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-JavaScript (Node.js) – Powers the backend server and manages communication.</a:t>
            </a:r>
            <a:endParaRPr/>
          </a:p>
          <a:p>
            <a:pPr marL="448029" marR="0" lvl="1" indent="-224013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&amp; Deep Learning: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TensorFlow &amp; Keras – This is for building and training deep learning models.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Scikit-Learn – For classical machine learning algorithms and preprocessing.</a:t>
            </a:r>
            <a:endParaRPr/>
          </a:p>
          <a:p>
            <a:pPr marL="448029" marR="0" lvl="1" indent="-224013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Handling &amp; Processing: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-Pandas – For data manipulation and analysis.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NumPy – For numerical computing and efficient array operations.</a:t>
            </a:r>
            <a:endParaRPr/>
          </a:p>
          <a:p>
            <a:pPr marL="448029" marR="0" lvl="1" indent="-224013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OpenCV (opencv-contrib-python) – For image processing and computer vision tasks.</a:t>
            </a:r>
            <a:endParaRPr/>
          </a:p>
          <a:p>
            <a:pPr marL="448029" marR="0" lvl="1" indent="-224013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&amp; Server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-Node.js – Server-side runtime environment to handle frontend requests and route them appropriately.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-Express.js – Web framework for Node.js used to define routes and middleware.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child_process (Node.js module) – Used to run Python scripts from the Node.js backend.</a:t>
            </a:r>
            <a:endParaRPr/>
          </a:p>
          <a:p>
            <a:pPr marL="448029" marR="0" lvl="1" indent="-224013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Handling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-Multer – Middleware for handling multipart/form-data, especially for uploading frontend images.</a:t>
            </a:r>
            <a:endParaRPr/>
          </a:p>
          <a:p>
            <a:pPr marL="448029" marR="0" lvl="1" indent="-224013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Multimedia Output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-Pygame – For audio playback during testing and model validation.</a:t>
            </a:r>
            <a:endParaRPr/>
          </a:p>
          <a:p>
            <a:pPr marL="448029" marR="0" lvl="1" indent="-224013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&amp; Workflow: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Jupyter Notebook – For interactive coding, visualization, and experimentation.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tqdm – For progress bar visualization to track long-running processes.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GitHub – For version control, collaboration, and communication.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strike="noStrike" dirty="0"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sz="30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6" name="Google Shape;116;p4"/>
          <p:cNvGrpSpPr/>
          <p:nvPr/>
        </p:nvGrpSpPr>
        <p:grpSpPr>
          <a:xfrm>
            <a:off x="206368" y="914003"/>
            <a:ext cx="2588203" cy="1695634"/>
            <a:chOff x="0" y="-76200"/>
            <a:chExt cx="1072484" cy="785072"/>
          </a:xfrm>
        </p:grpSpPr>
        <p:sp>
          <p:nvSpPr>
            <p:cNvPr id="117" name="Google Shape;117;p4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18" name="Google Shape;118;p4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4"/>
          <p:cNvGrpSpPr/>
          <p:nvPr/>
        </p:nvGrpSpPr>
        <p:grpSpPr>
          <a:xfrm>
            <a:off x="3147177" y="4737827"/>
            <a:ext cx="2849646" cy="1861891"/>
            <a:chOff x="0" y="-76200"/>
            <a:chExt cx="1072484" cy="785072"/>
          </a:xfrm>
        </p:grpSpPr>
        <p:sp>
          <p:nvSpPr>
            <p:cNvPr id="120" name="Google Shape;120;p4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21" name="Google Shape;121;p4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4"/>
          <p:cNvGrpSpPr/>
          <p:nvPr/>
        </p:nvGrpSpPr>
        <p:grpSpPr>
          <a:xfrm>
            <a:off x="3147177" y="928462"/>
            <a:ext cx="2849646" cy="1681175"/>
            <a:chOff x="0" y="-76200"/>
            <a:chExt cx="1072484" cy="785072"/>
          </a:xfrm>
        </p:grpSpPr>
        <p:sp>
          <p:nvSpPr>
            <p:cNvPr id="123" name="Google Shape;123;p4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24" name="Google Shape;124;p4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4"/>
          <p:cNvGrpSpPr/>
          <p:nvPr/>
        </p:nvGrpSpPr>
        <p:grpSpPr>
          <a:xfrm>
            <a:off x="6180452" y="927059"/>
            <a:ext cx="2849647" cy="1695634"/>
            <a:chOff x="0" y="-76200"/>
            <a:chExt cx="1072484" cy="785072"/>
          </a:xfrm>
        </p:grpSpPr>
        <p:sp>
          <p:nvSpPr>
            <p:cNvPr id="126" name="Google Shape;126;p4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27" name="Google Shape;127;p4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4"/>
          <p:cNvGrpSpPr/>
          <p:nvPr/>
        </p:nvGrpSpPr>
        <p:grpSpPr>
          <a:xfrm>
            <a:off x="6180452" y="2766013"/>
            <a:ext cx="2849646" cy="1877906"/>
            <a:chOff x="0" y="-76200"/>
            <a:chExt cx="1072484" cy="785072"/>
          </a:xfrm>
        </p:grpSpPr>
        <p:sp>
          <p:nvSpPr>
            <p:cNvPr id="129" name="Google Shape;129;p4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30" name="Google Shape;130;p4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4"/>
          <p:cNvGrpSpPr/>
          <p:nvPr/>
        </p:nvGrpSpPr>
        <p:grpSpPr>
          <a:xfrm>
            <a:off x="6180452" y="4736272"/>
            <a:ext cx="2855331" cy="1877906"/>
            <a:chOff x="0" y="-76200"/>
            <a:chExt cx="1072484" cy="785072"/>
          </a:xfrm>
        </p:grpSpPr>
        <p:sp>
          <p:nvSpPr>
            <p:cNvPr id="132" name="Google Shape;132;p4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33" name="Google Shape;133;p4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4"/>
          <p:cNvGrpSpPr/>
          <p:nvPr/>
        </p:nvGrpSpPr>
        <p:grpSpPr>
          <a:xfrm>
            <a:off x="108217" y="4721812"/>
            <a:ext cx="2924850" cy="1877906"/>
            <a:chOff x="0" y="-76200"/>
            <a:chExt cx="1072484" cy="785072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36" name="Google Shape;136;p4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4"/>
          <p:cNvSpPr txBox="1"/>
          <p:nvPr/>
        </p:nvSpPr>
        <p:spPr>
          <a:xfrm>
            <a:off x="471958" y="1123806"/>
            <a:ext cx="2414427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THE PRE-TRAINED AI MODEL FOR EMOTION DETECTION.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3277456" y="1202076"/>
            <a:ext cx="258908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THE WEBCAM FOR REAL-TIME VIDEO CAPTURE.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6318607" y="1202076"/>
            <a:ext cx="2619025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FACES IN THE VIDEO USING OPENCV’S HAAR CASCADE.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6318607" y="3092521"/>
            <a:ext cx="26190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IMAGE FOR BETTER AI PROCESSING.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318607" y="5044611"/>
            <a:ext cx="261902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FACIAL EXPRESSIONS TO DETECT EMOTIONS</a:t>
            </a: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147177" y="5044611"/>
            <a:ext cx="2849646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DETECTED EMOTION ON THE VIDEO FEED.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206368" y="5044611"/>
            <a:ext cx="27571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CONTINUOUSLY PROCESS FRAMES FOR LIVE DETECTION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4"/>
          <p:cNvCxnSpPr/>
          <p:nvPr/>
        </p:nvCxnSpPr>
        <p:spPr>
          <a:xfrm rot="10800000" flipH="1">
            <a:off x="2738994" y="1816768"/>
            <a:ext cx="445996" cy="1318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5" name="Google Shape;145;p4"/>
          <p:cNvCxnSpPr/>
          <p:nvPr/>
        </p:nvCxnSpPr>
        <p:spPr>
          <a:xfrm flipH="1">
            <a:off x="5925986" y="5761072"/>
            <a:ext cx="254466" cy="528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6" name="Google Shape;146;p4"/>
          <p:cNvCxnSpPr/>
          <p:nvPr/>
        </p:nvCxnSpPr>
        <p:spPr>
          <a:xfrm>
            <a:off x="7340350" y="4631674"/>
            <a:ext cx="43484" cy="286869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7" name="Google Shape;147;p4"/>
          <p:cNvCxnSpPr/>
          <p:nvPr/>
        </p:nvCxnSpPr>
        <p:spPr>
          <a:xfrm flipH="1">
            <a:off x="7383834" y="2609636"/>
            <a:ext cx="21287" cy="390531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8" name="Google Shape;148;p4"/>
          <p:cNvCxnSpPr/>
          <p:nvPr/>
        </p:nvCxnSpPr>
        <p:spPr>
          <a:xfrm>
            <a:off x="5971674" y="1801865"/>
            <a:ext cx="254466" cy="1152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49" name="Google Shape;149;p4"/>
          <p:cNvCxnSpPr/>
          <p:nvPr/>
        </p:nvCxnSpPr>
        <p:spPr>
          <a:xfrm rot="10800000">
            <a:off x="2963547" y="5761072"/>
            <a:ext cx="183629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150" name="Google Shape;150;p4" descr="Emotions in Content: How to Use Them and Why They Matt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659" y="2764109"/>
            <a:ext cx="4578816" cy="1974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5"/>
          <p:cNvGrpSpPr/>
          <p:nvPr/>
        </p:nvGrpSpPr>
        <p:grpSpPr>
          <a:xfrm>
            <a:off x="21126" y="1500698"/>
            <a:ext cx="3161783" cy="1849988"/>
            <a:chOff x="-173279" y="102088"/>
            <a:chExt cx="1119167" cy="729873"/>
          </a:xfrm>
        </p:grpSpPr>
        <p:sp>
          <p:nvSpPr>
            <p:cNvPr id="156" name="Google Shape;156;p5"/>
            <p:cNvSpPr/>
            <p:nvPr/>
          </p:nvSpPr>
          <p:spPr>
            <a:xfrm>
              <a:off x="-149938" y="171588"/>
              <a:ext cx="1072484" cy="622365"/>
            </a:xfrm>
            <a:custGeom>
              <a:avLst/>
              <a:gdLst/>
              <a:ahLst/>
              <a:cxnLst/>
              <a:rect l="l" t="t" r="r" b="b"/>
              <a:pathLst>
                <a:path w="1072484" h="622365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622365"/>
                  </a:lnTo>
                  <a:lnTo>
                    <a:pt x="0" y="622365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57" name="Google Shape;157;p5"/>
            <p:cNvSpPr txBox="1"/>
            <p:nvPr/>
          </p:nvSpPr>
          <p:spPr>
            <a:xfrm>
              <a:off x="-173279" y="102088"/>
              <a:ext cx="1119167" cy="729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LOAD LIBRARIES &amp; DATASET (KERAS, PANDAS AND NUMPY)</a:t>
              </a:r>
              <a:endParaRPr/>
            </a:p>
          </p:txBody>
        </p:sp>
      </p:grpSp>
      <p:grpSp>
        <p:nvGrpSpPr>
          <p:cNvPr id="158" name="Google Shape;158;p5"/>
          <p:cNvGrpSpPr/>
          <p:nvPr/>
        </p:nvGrpSpPr>
        <p:grpSpPr>
          <a:xfrm>
            <a:off x="3227724" y="867267"/>
            <a:ext cx="2935312" cy="1770633"/>
            <a:chOff x="0" y="-76200"/>
            <a:chExt cx="1072484" cy="698565"/>
          </a:xfrm>
        </p:grpSpPr>
        <p:sp>
          <p:nvSpPr>
            <p:cNvPr id="159" name="Google Shape;159;p5"/>
            <p:cNvSpPr/>
            <p:nvPr/>
          </p:nvSpPr>
          <p:spPr>
            <a:xfrm>
              <a:off x="0" y="0"/>
              <a:ext cx="1072484" cy="622365"/>
            </a:xfrm>
            <a:custGeom>
              <a:avLst/>
              <a:gdLst/>
              <a:ahLst/>
              <a:cxnLst/>
              <a:rect l="l" t="t" r="r" b="b"/>
              <a:pathLst>
                <a:path w="1072484" h="622365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622365"/>
                  </a:lnTo>
                  <a:lnTo>
                    <a:pt x="0" y="622365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60" name="Google Shape;160;p5"/>
            <p:cNvSpPr txBox="1"/>
            <p:nvPr/>
          </p:nvSpPr>
          <p:spPr>
            <a:xfrm>
              <a:off x="0" y="-76200"/>
              <a:ext cx="1072484" cy="6985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CREATE DATAFRAME WITH EXTRACTED IMAGE PATHS AND LABELS.</a:t>
              </a:r>
              <a:endParaRPr/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6231540" y="1629774"/>
            <a:ext cx="2825393" cy="1894616"/>
            <a:chOff x="-8019" y="241015"/>
            <a:chExt cx="1072484" cy="631482"/>
          </a:xfrm>
        </p:grpSpPr>
        <p:sp>
          <p:nvSpPr>
            <p:cNvPr id="162" name="Google Shape;162;p5"/>
            <p:cNvSpPr/>
            <p:nvPr/>
          </p:nvSpPr>
          <p:spPr>
            <a:xfrm>
              <a:off x="-8019" y="241015"/>
              <a:ext cx="1072484" cy="622365"/>
            </a:xfrm>
            <a:custGeom>
              <a:avLst/>
              <a:gdLst/>
              <a:ahLst/>
              <a:cxnLst/>
              <a:rect l="l" t="t" r="r" b="b"/>
              <a:pathLst>
                <a:path w="1072484" h="622365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622365"/>
                  </a:lnTo>
                  <a:lnTo>
                    <a:pt x="0" y="622365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63" name="Google Shape;163;p5"/>
            <p:cNvSpPr txBox="1"/>
            <p:nvPr/>
          </p:nvSpPr>
          <p:spPr>
            <a:xfrm>
              <a:off x="-8019" y="269954"/>
              <a:ext cx="1015023" cy="602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LOAD IMAGES, CONVERT TO GRAYSCALE (48X48), NORMALIZE AND RESHAPE FOR MODEL INPUT.</a:t>
              </a: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>
            <a:off x="6163036" y="3524390"/>
            <a:ext cx="2935312" cy="1689491"/>
            <a:chOff x="0" y="-76200"/>
            <a:chExt cx="1072484" cy="785072"/>
          </a:xfrm>
        </p:grpSpPr>
        <p:sp>
          <p:nvSpPr>
            <p:cNvPr id="165" name="Google Shape;165;p5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66" name="Google Shape;166;p5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DEFINE &amp; COMPILE CNN MODEL.</a:t>
              </a:r>
              <a:endParaRPr/>
            </a:p>
          </p:txBody>
        </p:sp>
      </p:grpSp>
      <p:grpSp>
        <p:nvGrpSpPr>
          <p:cNvPr id="167" name="Google Shape;167;p5"/>
          <p:cNvGrpSpPr/>
          <p:nvPr/>
        </p:nvGrpSpPr>
        <p:grpSpPr>
          <a:xfrm>
            <a:off x="3156517" y="4844172"/>
            <a:ext cx="2950037" cy="1798163"/>
            <a:chOff x="101749" y="354436"/>
            <a:chExt cx="1082165" cy="835570"/>
          </a:xfrm>
        </p:grpSpPr>
        <p:sp>
          <p:nvSpPr>
            <p:cNvPr id="168" name="Google Shape;168;p5"/>
            <p:cNvSpPr/>
            <p:nvPr/>
          </p:nvSpPr>
          <p:spPr>
            <a:xfrm>
              <a:off x="101749" y="354436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69" name="Google Shape;169;p5"/>
            <p:cNvSpPr txBox="1"/>
            <p:nvPr/>
          </p:nvSpPr>
          <p:spPr>
            <a:xfrm>
              <a:off x="111430" y="404934"/>
              <a:ext cx="1072484" cy="78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TRAIN THE MODEL USING MODEL.FIT(...) ON THE PROCESSED DATASET.</a:t>
              </a:r>
              <a:endParaRPr/>
            </a:p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87" b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70" name="Google Shape;170;p5"/>
          <p:cNvGrpSpPr/>
          <p:nvPr/>
        </p:nvGrpSpPr>
        <p:grpSpPr>
          <a:xfrm>
            <a:off x="140193" y="3527909"/>
            <a:ext cx="2923646" cy="1653233"/>
            <a:chOff x="0" y="-76200"/>
            <a:chExt cx="1072484" cy="785072"/>
          </a:xfrm>
        </p:grpSpPr>
        <p:sp>
          <p:nvSpPr>
            <p:cNvPr id="171" name="Google Shape;171;p5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72" name="Google Shape;172;p5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SAVE TRAINED MODEL</a:t>
              </a:r>
              <a:endParaRPr/>
            </a:p>
          </p:txBody>
        </p:sp>
      </p:grpSp>
      <p:cxnSp>
        <p:nvCxnSpPr>
          <p:cNvPr id="173" name="Google Shape;173;p5"/>
          <p:cNvCxnSpPr/>
          <p:nvPr/>
        </p:nvCxnSpPr>
        <p:spPr>
          <a:xfrm rot="10800000" flipH="1">
            <a:off x="1541125" y="1228040"/>
            <a:ext cx="1707726" cy="44881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4" name="Google Shape;174;p5"/>
          <p:cNvCxnSpPr/>
          <p:nvPr/>
        </p:nvCxnSpPr>
        <p:spPr>
          <a:xfrm>
            <a:off x="6163035" y="1228040"/>
            <a:ext cx="1573405" cy="400033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5" name="Google Shape;175;p5"/>
          <p:cNvCxnSpPr/>
          <p:nvPr/>
        </p:nvCxnSpPr>
        <p:spPr>
          <a:xfrm>
            <a:off x="7565157" y="3497036"/>
            <a:ext cx="0" cy="263305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6" name="Google Shape;176;p5"/>
          <p:cNvCxnSpPr/>
          <p:nvPr/>
        </p:nvCxnSpPr>
        <p:spPr>
          <a:xfrm flipH="1">
            <a:off x="6080163" y="5213880"/>
            <a:ext cx="1484994" cy="90951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7" name="Google Shape;177;p5"/>
          <p:cNvCxnSpPr/>
          <p:nvPr/>
        </p:nvCxnSpPr>
        <p:spPr>
          <a:xfrm rot="10800000">
            <a:off x="1541125" y="5181142"/>
            <a:ext cx="1615392" cy="94225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8" name="Google Shape;178;p5"/>
          <p:cNvSpPr/>
          <p:nvPr/>
        </p:nvSpPr>
        <p:spPr>
          <a:xfrm>
            <a:off x="3439576" y="2512622"/>
            <a:ext cx="2521517" cy="2456829"/>
          </a:xfrm>
          <a:custGeom>
            <a:avLst/>
            <a:gdLst/>
            <a:ahLst/>
            <a:cxnLst/>
            <a:rect l="l" t="t" r="r" b="b"/>
            <a:pathLst>
              <a:path w="4687221" h="4687221" extrusionOk="0">
                <a:moveTo>
                  <a:pt x="0" y="0"/>
                </a:moveTo>
                <a:lnTo>
                  <a:pt x="4687222" y="0"/>
                </a:lnTo>
                <a:lnTo>
                  <a:pt x="4687222" y="4687221"/>
                </a:lnTo>
                <a:lnTo>
                  <a:pt x="0" y="468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9" name="Google Shape;179;p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Model Training Workflow</a:t>
            </a:r>
            <a:endParaRPr sz="30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Emotion Detection and Music </a:t>
            </a: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Playback</a:t>
            </a:r>
            <a:r>
              <a:rPr lang="en-US" sz="3200" b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Workflow</a:t>
            </a:r>
            <a:endParaRPr sz="30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6" name="Google Shape;196;p7"/>
          <p:cNvGrpSpPr/>
          <p:nvPr/>
        </p:nvGrpSpPr>
        <p:grpSpPr>
          <a:xfrm>
            <a:off x="179741" y="1229969"/>
            <a:ext cx="3135379" cy="2876170"/>
            <a:chOff x="0" y="-95250"/>
            <a:chExt cx="1072484" cy="1375923"/>
          </a:xfrm>
        </p:grpSpPr>
        <p:sp>
          <p:nvSpPr>
            <p:cNvPr id="197" name="Google Shape;197;p7"/>
            <p:cNvSpPr/>
            <p:nvPr/>
          </p:nvSpPr>
          <p:spPr>
            <a:xfrm>
              <a:off x="0" y="0"/>
              <a:ext cx="1072484" cy="877641"/>
            </a:xfrm>
            <a:custGeom>
              <a:avLst/>
              <a:gdLst/>
              <a:ahLst/>
              <a:cxnLst/>
              <a:rect l="l" t="t" r="r" b="b"/>
              <a:pathLst>
                <a:path w="1072484" h="877641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877641"/>
                  </a:lnTo>
                  <a:lnTo>
                    <a:pt x="0" y="877641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98" name="Google Shape;198;p7"/>
            <p:cNvSpPr txBox="1"/>
            <p:nvPr/>
          </p:nvSpPr>
          <p:spPr>
            <a:xfrm>
              <a:off x="0" y="-95250"/>
              <a:ext cx="1072484" cy="1375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8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FRONTEND (HTML + JAVASCRIPT)</a:t>
              </a:r>
              <a:endParaRPr/>
            </a:p>
            <a:p>
              <a:pPr marL="429064" marR="0" lvl="1" indent="-214532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USER SELECTS A LANGUAGE, AND A PHOTO IS CAPTURED VIA WEBCAM.</a:t>
              </a:r>
              <a:endParaRPr/>
            </a:p>
            <a:p>
              <a:pPr marL="429064" marR="0" lvl="1" indent="-214532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IMAGE AND LANGUAGE ARE SENT TO HTTP://LOCALHOST:3000/DETECT VIA POST.</a:t>
              </a:r>
              <a:endParaRPr/>
            </a:p>
            <a:p>
              <a:pPr marL="0" marR="0" lvl="0" indent="0" algn="ctr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87" b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marL="0" marR="0" lvl="0" indent="0" algn="ctr" rtl="0">
                <a:lnSpc>
                  <a:spcPct val="1541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987" b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99" name="Google Shape;199;p7"/>
          <p:cNvGrpSpPr/>
          <p:nvPr/>
        </p:nvGrpSpPr>
        <p:grpSpPr>
          <a:xfrm>
            <a:off x="3548885" y="1073003"/>
            <a:ext cx="3457971" cy="1834583"/>
            <a:chOff x="0" y="0"/>
            <a:chExt cx="1072484" cy="842295"/>
          </a:xfrm>
        </p:grpSpPr>
        <p:sp>
          <p:nvSpPr>
            <p:cNvPr id="200" name="Google Shape;200;p7"/>
            <p:cNvSpPr/>
            <p:nvPr/>
          </p:nvSpPr>
          <p:spPr>
            <a:xfrm>
              <a:off x="0" y="0"/>
              <a:ext cx="1072484" cy="842295"/>
            </a:xfrm>
            <a:custGeom>
              <a:avLst/>
              <a:gdLst/>
              <a:ahLst/>
              <a:cxnLst/>
              <a:rect l="l" t="t" r="r" b="b"/>
              <a:pathLst>
                <a:path w="1072484" h="842295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842295"/>
                  </a:lnTo>
                  <a:lnTo>
                    <a:pt x="0" y="842295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201" name="Google Shape;201;p7"/>
            <p:cNvSpPr txBox="1"/>
            <p:nvPr/>
          </p:nvSpPr>
          <p:spPr>
            <a:xfrm>
              <a:off x="0" y="234725"/>
              <a:ext cx="1072484" cy="607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BACKEND (NODE.JS + EXPRESS)</a:t>
              </a:r>
              <a:endParaRPr/>
            </a:p>
            <a:p>
              <a:pPr marL="407474" marR="0" lvl="1" indent="-203736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RECEIVES IMAGE AND LANGUAGE WITH MULTER, STORES IMAGE IN /UPLOADS.</a:t>
              </a:r>
              <a:endParaRPr/>
            </a:p>
            <a:p>
              <a:pPr marL="407474" marR="0" lvl="1" indent="-203736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RUNS EMOTION.PY USING CHILD_PROCESS.EXEC() WITH IMAGE PATH.</a:t>
              </a:r>
              <a:endParaRPr/>
            </a:p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87" b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marL="0" marR="0" lvl="0" indent="0" algn="ctr" rtl="0">
                <a:lnSpc>
                  <a:spcPct val="1548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87" b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02" name="Google Shape;202;p7"/>
          <p:cNvGrpSpPr/>
          <p:nvPr/>
        </p:nvGrpSpPr>
        <p:grpSpPr>
          <a:xfrm>
            <a:off x="5718255" y="2999208"/>
            <a:ext cx="3457971" cy="1834583"/>
            <a:chOff x="0" y="0"/>
            <a:chExt cx="1072484" cy="754041"/>
          </a:xfrm>
        </p:grpSpPr>
        <p:sp>
          <p:nvSpPr>
            <p:cNvPr id="203" name="Google Shape;203;p7"/>
            <p:cNvSpPr/>
            <p:nvPr/>
          </p:nvSpPr>
          <p:spPr>
            <a:xfrm>
              <a:off x="0" y="0"/>
              <a:ext cx="1072484" cy="754041"/>
            </a:xfrm>
            <a:custGeom>
              <a:avLst/>
              <a:gdLst/>
              <a:ahLst/>
              <a:cxnLst/>
              <a:rect l="l" t="t" r="r" b="b"/>
              <a:pathLst>
                <a:path w="1072484" h="754041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54041"/>
                  </a:lnTo>
                  <a:lnTo>
                    <a:pt x="0" y="754041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204" name="Google Shape;204;p7"/>
            <p:cNvSpPr txBox="1"/>
            <p:nvPr/>
          </p:nvSpPr>
          <p:spPr>
            <a:xfrm>
              <a:off x="0" y="45107"/>
              <a:ext cx="1072484" cy="7089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EMOTION DETECTION MODEL (PYTHON + KERAS + OPENCV)</a:t>
              </a:r>
              <a:endParaRPr/>
            </a:p>
            <a:p>
              <a:pPr marL="407474" marR="0" lvl="1" indent="-203736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PYTHON SCRIPT LOADS CNN MODEL AND DETECTS EMOTION FROM THE IMAGE.</a:t>
              </a:r>
              <a:endParaRPr/>
            </a:p>
            <a:p>
              <a:pPr marL="407474" marR="0" lvl="1" indent="-203736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RETURNS THE EMOTION LABEL TO THE NODE.JS SERVER.</a:t>
              </a:r>
              <a:endParaRPr/>
            </a:p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87" b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05" name="Google Shape;205;p7"/>
          <p:cNvGrpSpPr/>
          <p:nvPr/>
        </p:nvGrpSpPr>
        <p:grpSpPr>
          <a:xfrm>
            <a:off x="3750067" y="4922578"/>
            <a:ext cx="3457971" cy="1724838"/>
            <a:chOff x="0" y="0"/>
            <a:chExt cx="1072484" cy="708872"/>
          </a:xfrm>
        </p:grpSpPr>
        <p:sp>
          <p:nvSpPr>
            <p:cNvPr id="206" name="Google Shape;206;p7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207" name="Google Shape;207;p7"/>
            <p:cNvSpPr txBox="1"/>
            <p:nvPr/>
          </p:nvSpPr>
          <p:spPr>
            <a:xfrm>
              <a:off x="0" y="18897"/>
              <a:ext cx="1072484" cy="68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YOUTUBE SONG RECOMMENDATION</a:t>
              </a:r>
              <a:endParaRPr dirty="0"/>
            </a:p>
            <a:p>
              <a:pPr marL="407474" marR="0" lvl="1" indent="-203736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NODE.JS CREATES A YOUTUBE SEARCH QUERY USING EMOTION + LANGUAGE.</a:t>
              </a:r>
              <a:endParaRPr dirty="0"/>
            </a:p>
            <a:p>
              <a:pPr marL="407474" marR="0" lvl="1" indent="-203736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SENDS THE SEARCH URL AS JSON TO THE FRONTEND.</a:t>
              </a:r>
              <a:endParaRPr dirty="0"/>
            </a:p>
            <a:p>
              <a:pPr marL="0" marR="0" lvl="0" indent="0" algn="l" rtl="0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87" b="1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08" name="Google Shape;208;p7"/>
          <p:cNvGrpSpPr/>
          <p:nvPr/>
        </p:nvGrpSpPr>
        <p:grpSpPr>
          <a:xfrm>
            <a:off x="132158" y="4438383"/>
            <a:ext cx="3396207" cy="1724838"/>
            <a:chOff x="0" y="0"/>
            <a:chExt cx="1072484" cy="708872"/>
          </a:xfrm>
        </p:grpSpPr>
        <p:sp>
          <p:nvSpPr>
            <p:cNvPr id="209" name="Google Shape;209;p7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 extrusionOk="0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210" name="Google Shape;210;p7"/>
            <p:cNvSpPr txBox="1"/>
            <p:nvPr/>
          </p:nvSpPr>
          <p:spPr>
            <a:xfrm>
              <a:off x="0" y="18897"/>
              <a:ext cx="1072484" cy="689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FRONTEND (AGAIN)</a:t>
              </a:r>
              <a:endParaRPr dirty="0"/>
            </a:p>
            <a:p>
              <a:pPr marL="407474" marR="0" lvl="1" indent="-203736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FRONTEND SHOWS EMOTION AND OPENS YOUTUBE LINK IN </a:t>
              </a:r>
              <a:r>
                <a:rPr lang="en-US" dirty="0">
                  <a:latin typeface="Times New Roman"/>
                  <a:ea typeface="Times New Roman"/>
                  <a:cs typeface="Times New Roman"/>
                  <a:sym typeface="Times New Roman"/>
                </a:rPr>
                <a:t>SAME</a:t>
              </a:r>
              <a:r>
                <a:rPr lang="en-US" sz="14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TAB.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87" b="1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cxnSp>
        <p:nvCxnSpPr>
          <p:cNvPr id="211" name="Google Shape;211;p7"/>
          <p:cNvCxnSpPr/>
          <p:nvPr/>
        </p:nvCxnSpPr>
        <p:spPr>
          <a:xfrm rot="10800000" flipH="1">
            <a:off x="1592492" y="1271397"/>
            <a:ext cx="1956393" cy="15767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2" name="Google Shape;212;p7"/>
          <p:cNvCxnSpPr/>
          <p:nvPr/>
        </p:nvCxnSpPr>
        <p:spPr>
          <a:xfrm>
            <a:off x="7006856" y="1870728"/>
            <a:ext cx="709036" cy="117128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3" name="Google Shape;213;p7"/>
          <p:cNvCxnSpPr/>
          <p:nvPr/>
        </p:nvCxnSpPr>
        <p:spPr>
          <a:xfrm flipH="1">
            <a:off x="7250508" y="4833792"/>
            <a:ext cx="465383" cy="105328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4" name="Google Shape;214;p7"/>
          <p:cNvCxnSpPr/>
          <p:nvPr/>
        </p:nvCxnSpPr>
        <p:spPr>
          <a:xfrm rot="10800000">
            <a:off x="1592492" y="6209200"/>
            <a:ext cx="2157573" cy="195786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15" name="Google Shape;215;p7"/>
          <p:cNvSpPr/>
          <p:nvPr/>
        </p:nvSpPr>
        <p:spPr>
          <a:xfrm>
            <a:off x="3880718" y="3126347"/>
            <a:ext cx="1507017" cy="1404770"/>
          </a:xfrm>
          <a:custGeom>
            <a:avLst/>
            <a:gdLst/>
            <a:ahLst/>
            <a:cxnLst/>
            <a:rect l="l" t="t" r="r" b="b"/>
            <a:pathLst>
              <a:path w="5255260" h="5255260" extrusionOk="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6664" r="-16663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F7C7445B-0377-1432-6856-88063494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>
            <a:extLst>
              <a:ext uri="{FF2B5EF4-FFF2-40B4-BE49-F238E27FC236}">
                <a16:creationId xmlns:a16="http://schemas.microsoft.com/office/drawing/2014/main" id="{5824DC7A-814A-A4F2-86AE-866B4CEE4CC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Formulation</a:t>
            </a:r>
            <a:endParaRPr sz="30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1" name="Google Shape;221;p8">
            <a:extLst>
              <a:ext uri="{FF2B5EF4-FFF2-40B4-BE49-F238E27FC236}">
                <a16:creationId xmlns:a16="http://schemas.microsoft.com/office/drawing/2014/main" id="{8FBD5467-4DA8-4E4E-68A7-A38047720FB7}"/>
              </a:ext>
            </a:extLst>
          </p:cNvPr>
          <p:cNvGrpSpPr/>
          <p:nvPr/>
        </p:nvGrpSpPr>
        <p:grpSpPr>
          <a:xfrm rot="-5400000">
            <a:off x="2200819" y="-1134535"/>
            <a:ext cx="4616649" cy="8801729"/>
            <a:chOff x="0" y="-76200"/>
            <a:chExt cx="1741230" cy="5335168"/>
          </a:xfrm>
        </p:grpSpPr>
        <p:sp>
          <p:nvSpPr>
            <p:cNvPr id="222" name="Google Shape;222;p8">
              <a:extLst>
                <a:ext uri="{FF2B5EF4-FFF2-40B4-BE49-F238E27FC236}">
                  <a16:creationId xmlns:a16="http://schemas.microsoft.com/office/drawing/2014/main" id="{0149D369-7B6B-DFB2-6C7F-4E01715D77B0}"/>
                </a:ext>
              </a:extLst>
            </p:cNvPr>
            <p:cNvSpPr/>
            <p:nvPr/>
          </p:nvSpPr>
          <p:spPr>
            <a:xfrm>
              <a:off x="0" y="0"/>
              <a:ext cx="1741230" cy="5258968"/>
            </a:xfrm>
            <a:custGeom>
              <a:avLst/>
              <a:gdLst/>
              <a:ahLst/>
              <a:cxnLst/>
              <a:rect l="l" t="t" r="r" b="b"/>
              <a:pathLst>
                <a:path w="1741230" h="5258968" extrusionOk="0">
                  <a:moveTo>
                    <a:pt x="0" y="0"/>
                  </a:moveTo>
                  <a:lnTo>
                    <a:pt x="1741230" y="0"/>
                  </a:lnTo>
                  <a:lnTo>
                    <a:pt x="1741230" y="5258968"/>
                  </a:lnTo>
                  <a:lnTo>
                    <a:pt x="0" y="5258968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223" name="Google Shape;223;p8">
              <a:extLst>
                <a:ext uri="{FF2B5EF4-FFF2-40B4-BE49-F238E27FC236}">
                  <a16:creationId xmlns:a16="http://schemas.microsoft.com/office/drawing/2014/main" id="{F6F46A3C-7C13-A16F-7331-93F79CD35831}"/>
                </a:ext>
              </a:extLst>
            </p:cNvPr>
            <p:cNvSpPr txBox="1"/>
            <p:nvPr/>
          </p:nvSpPr>
          <p:spPr>
            <a:xfrm>
              <a:off x="0" y="-76200"/>
              <a:ext cx="1741230" cy="5335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8">
            <a:extLst>
              <a:ext uri="{FF2B5EF4-FFF2-40B4-BE49-F238E27FC236}">
                <a16:creationId xmlns:a16="http://schemas.microsoft.com/office/drawing/2014/main" id="{455178B1-74B0-A6B3-E137-ADFED9319931}"/>
              </a:ext>
            </a:extLst>
          </p:cNvPr>
          <p:cNvSpPr/>
          <p:nvPr/>
        </p:nvSpPr>
        <p:spPr>
          <a:xfrm>
            <a:off x="1199106" y="5347541"/>
            <a:ext cx="1378989" cy="1365585"/>
          </a:xfrm>
          <a:custGeom>
            <a:avLst/>
            <a:gdLst/>
            <a:ahLst/>
            <a:cxnLst/>
            <a:rect l="l" t="t" r="r" b="b"/>
            <a:pathLst>
              <a:path w="5255260" h="5255260" extrusionOk="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491" t="-76382" r="-20016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">
            <a:extLst>
              <a:ext uri="{FF2B5EF4-FFF2-40B4-BE49-F238E27FC236}">
                <a16:creationId xmlns:a16="http://schemas.microsoft.com/office/drawing/2014/main" id="{23FFAAF4-17BC-6026-6F33-48D602DF6E3D}"/>
              </a:ext>
            </a:extLst>
          </p:cNvPr>
          <p:cNvSpPr/>
          <p:nvPr/>
        </p:nvSpPr>
        <p:spPr>
          <a:xfrm>
            <a:off x="6519154" y="5364378"/>
            <a:ext cx="1608795" cy="1325104"/>
          </a:xfrm>
          <a:custGeom>
            <a:avLst/>
            <a:gdLst/>
            <a:ahLst/>
            <a:cxnLst/>
            <a:rect l="l" t="t" r="r" b="b"/>
            <a:pathLst>
              <a:path w="5255260" h="5255260" extrusionOk="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00003" t="-73876" r="-104262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>
            <a:extLst>
              <a:ext uri="{FF2B5EF4-FFF2-40B4-BE49-F238E27FC236}">
                <a16:creationId xmlns:a16="http://schemas.microsoft.com/office/drawing/2014/main" id="{6FD1A5C7-F6E8-388E-85FA-1C47F31DCF84}"/>
              </a:ext>
            </a:extLst>
          </p:cNvPr>
          <p:cNvSpPr/>
          <p:nvPr/>
        </p:nvSpPr>
        <p:spPr>
          <a:xfrm>
            <a:off x="3782853" y="5346006"/>
            <a:ext cx="1559752" cy="1366972"/>
          </a:xfrm>
          <a:custGeom>
            <a:avLst/>
            <a:gdLst/>
            <a:ahLst/>
            <a:cxnLst/>
            <a:rect l="l" t="t" r="r" b="b"/>
            <a:pathLst>
              <a:path w="5255260" h="5255260" extrusionOk="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08571" t="-77198" r="-152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2C1FD-E875-9903-D468-C9A8552721BE}"/>
              </a:ext>
            </a:extLst>
          </p:cNvPr>
          <p:cNvSpPr txBox="1"/>
          <p:nvPr/>
        </p:nvSpPr>
        <p:spPr>
          <a:xfrm>
            <a:off x="457200" y="1070811"/>
            <a:ext cx="8229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Mood Sync performance depends on accurate emotion detection using CNN.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 accuracy is influenced by training data quality and model robustness.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image quality, proper lighting, and facial alignment improve prediction results.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engagement increases through real-time music recommendations and user-friendly interface.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 enhances accessibility for diverse users.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is measured through user satisfaction, listening duration, repeat usage, and low skip rate.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 is the core component, as wrong predictions can reduce recommendation quality.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detection accuracy improves reliability, user experience, and acceptance of the system.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24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6"/>
          <p:cNvGrpSpPr/>
          <p:nvPr/>
        </p:nvGrpSpPr>
        <p:grpSpPr>
          <a:xfrm>
            <a:off x="133564" y="765774"/>
            <a:ext cx="8907694" cy="5778865"/>
            <a:chOff x="0" y="-76200"/>
            <a:chExt cx="1586082" cy="2981526"/>
          </a:xfrm>
        </p:grpSpPr>
        <p:sp>
          <p:nvSpPr>
            <p:cNvPr id="185" name="Google Shape;185;p6"/>
            <p:cNvSpPr/>
            <p:nvPr/>
          </p:nvSpPr>
          <p:spPr>
            <a:xfrm>
              <a:off x="0" y="0"/>
              <a:ext cx="1586082" cy="2905326"/>
            </a:xfrm>
            <a:custGeom>
              <a:avLst/>
              <a:gdLst/>
              <a:ahLst/>
              <a:cxnLst/>
              <a:rect l="l" t="t" r="r" b="b"/>
              <a:pathLst>
                <a:path w="1586082" h="2905326" extrusionOk="0">
                  <a:moveTo>
                    <a:pt x="0" y="0"/>
                  </a:moveTo>
                  <a:lnTo>
                    <a:pt x="1586082" y="0"/>
                  </a:lnTo>
                  <a:lnTo>
                    <a:pt x="1586082" y="2905326"/>
                  </a:lnTo>
                  <a:lnTo>
                    <a:pt x="0" y="2905326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186" name="Google Shape;186;p6"/>
            <p:cNvSpPr txBox="1"/>
            <p:nvPr/>
          </p:nvSpPr>
          <p:spPr>
            <a:xfrm>
              <a:off x="0" y="-76200"/>
              <a:ext cx="1586082" cy="2981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" name="Google Shape;188;p6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Evolution Output</a:t>
            </a:r>
            <a:endParaRPr sz="30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2333A-FBFC-AFA3-98D4-FD837F090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3670717"/>
            <a:ext cx="8265560" cy="30216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CC80C2-3FAE-EAA6-4931-B75563310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1948"/>
            <a:ext cx="8265560" cy="2604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0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3" name="Google Shape;233;p9"/>
          <p:cNvGrpSpPr/>
          <p:nvPr/>
        </p:nvGrpSpPr>
        <p:grpSpPr>
          <a:xfrm>
            <a:off x="194908" y="837720"/>
            <a:ext cx="8732523" cy="5659333"/>
            <a:chOff x="0" y="-76200"/>
            <a:chExt cx="2863870" cy="1831383"/>
          </a:xfrm>
        </p:grpSpPr>
        <p:sp>
          <p:nvSpPr>
            <p:cNvPr id="234" name="Google Shape;234;p9"/>
            <p:cNvSpPr/>
            <p:nvPr/>
          </p:nvSpPr>
          <p:spPr>
            <a:xfrm>
              <a:off x="0" y="0"/>
              <a:ext cx="2863870" cy="1755183"/>
            </a:xfrm>
            <a:custGeom>
              <a:avLst/>
              <a:gdLst/>
              <a:ahLst/>
              <a:cxnLst/>
              <a:rect l="l" t="t" r="r" b="b"/>
              <a:pathLst>
                <a:path w="2863870" h="1755183" extrusionOk="0">
                  <a:moveTo>
                    <a:pt x="0" y="0"/>
                  </a:moveTo>
                  <a:lnTo>
                    <a:pt x="2863870" y="0"/>
                  </a:lnTo>
                  <a:lnTo>
                    <a:pt x="2863870" y="1755183"/>
                  </a:lnTo>
                  <a:lnTo>
                    <a:pt x="0" y="1755183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235" name="Google Shape;235;p9"/>
            <p:cNvSpPr txBox="1"/>
            <p:nvPr/>
          </p:nvSpPr>
          <p:spPr>
            <a:xfrm>
              <a:off x="0" y="-76200"/>
              <a:ext cx="2863870" cy="1831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8AC7FFC-E2E6-3A80-D252-DF475A9BC0DF}"/>
              </a:ext>
            </a:extLst>
          </p:cNvPr>
          <p:cNvSpPr txBox="1"/>
          <p:nvPr/>
        </p:nvSpPr>
        <p:spPr>
          <a:xfrm>
            <a:off x="457200" y="1299411"/>
            <a:ext cx="784458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The system was able to identify the following emotions – </a:t>
            </a:r>
            <a:r>
              <a:rPr lang="en-US" b="1" dirty="0"/>
              <a:t>happiness, sadness, anger, calmness, surprise and neutrality.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can </a:t>
            </a:r>
            <a:r>
              <a:rPr lang="en-US" b="1" dirty="0"/>
              <a:t>accurately map emotions to music</a:t>
            </a:r>
            <a:r>
              <a:rPr lang="en-US" dirty="0"/>
              <a:t>. </a:t>
            </a:r>
            <a:r>
              <a:rPr lang="en-US" dirty="0" err="1"/>
              <a:t>Eg.</a:t>
            </a:r>
            <a:r>
              <a:rPr lang="en-US" dirty="0"/>
              <a:t> the detection of happy emotion led to the playback of upbeat music.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T</a:t>
            </a:r>
            <a:r>
              <a:rPr lang="en-US" dirty="0"/>
              <a:t>he system takes only </a:t>
            </a:r>
            <a:r>
              <a:rPr lang="en-US" b="1" dirty="0"/>
              <a:t>45 seconds </a:t>
            </a:r>
            <a:r>
              <a:rPr lang="en-US" dirty="0"/>
              <a:t>between detection and playback of music, showcasing effective time performance.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Further testing results showed that out of 10 samples, the system shows </a:t>
            </a:r>
            <a:r>
              <a:rPr lang="en-US" b="1" dirty="0"/>
              <a:t>accurate detection in eight of the ten samples.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Following are the test results.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89299C-A970-0FA8-B9E9-D34988761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805" y="4192511"/>
            <a:ext cx="6562389" cy="21734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C5D7BE8A-C60C-EAB2-CBA3-6B80B1A4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>
            <a:extLst>
              <a:ext uri="{FF2B5EF4-FFF2-40B4-BE49-F238E27FC236}">
                <a16:creationId xmlns:a16="http://schemas.microsoft.com/office/drawing/2014/main" id="{CBE6D1DA-D9B8-0741-BC34-CDBCD39C2A9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0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3" name="Google Shape;233;p9">
            <a:extLst>
              <a:ext uri="{FF2B5EF4-FFF2-40B4-BE49-F238E27FC236}">
                <a16:creationId xmlns:a16="http://schemas.microsoft.com/office/drawing/2014/main" id="{DA877868-1887-ADDB-724D-CA37A85042B2}"/>
              </a:ext>
            </a:extLst>
          </p:cNvPr>
          <p:cNvGrpSpPr/>
          <p:nvPr/>
        </p:nvGrpSpPr>
        <p:grpSpPr>
          <a:xfrm>
            <a:off x="351319" y="1020738"/>
            <a:ext cx="6912510" cy="5174579"/>
            <a:chOff x="0" y="-76200"/>
            <a:chExt cx="2863870" cy="1831383"/>
          </a:xfrm>
        </p:grpSpPr>
        <p:sp>
          <p:nvSpPr>
            <p:cNvPr id="234" name="Google Shape;234;p9">
              <a:extLst>
                <a:ext uri="{FF2B5EF4-FFF2-40B4-BE49-F238E27FC236}">
                  <a16:creationId xmlns:a16="http://schemas.microsoft.com/office/drawing/2014/main" id="{FEC7FD5E-386E-EE98-3E3E-049936C10B61}"/>
                </a:ext>
              </a:extLst>
            </p:cNvPr>
            <p:cNvSpPr/>
            <p:nvPr/>
          </p:nvSpPr>
          <p:spPr>
            <a:xfrm>
              <a:off x="0" y="0"/>
              <a:ext cx="2863870" cy="1755183"/>
            </a:xfrm>
            <a:custGeom>
              <a:avLst/>
              <a:gdLst/>
              <a:ahLst/>
              <a:cxnLst/>
              <a:rect l="l" t="t" r="r" b="b"/>
              <a:pathLst>
                <a:path w="2863870" h="1755183" extrusionOk="0">
                  <a:moveTo>
                    <a:pt x="0" y="0"/>
                  </a:moveTo>
                  <a:lnTo>
                    <a:pt x="2863870" y="0"/>
                  </a:lnTo>
                  <a:lnTo>
                    <a:pt x="2863870" y="1755183"/>
                  </a:lnTo>
                  <a:lnTo>
                    <a:pt x="0" y="1755183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235" name="Google Shape;235;p9">
              <a:extLst>
                <a:ext uri="{FF2B5EF4-FFF2-40B4-BE49-F238E27FC236}">
                  <a16:creationId xmlns:a16="http://schemas.microsoft.com/office/drawing/2014/main" id="{6531FDA3-A36B-40E0-4DF6-3EE5A14E91E8}"/>
                </a:ext>
              </a:extLst>
            </p:cNvPr>
            <p:cNvSpPr txBox="1"/>
            <p:nvPr/>
          </p:nvSpPr>
          <p:spPr>
            <a:xfrm>
              <a:off x="0" y="-76200"/>
              <a:ext cx="2863870" cy="1831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p9">
            <a:extLst>
              <a:ext uri="{FF2B5EF4-FFF2-40B4-BE49-F238E27FC236}">
                <a16:creationId xmlns:a16="http://schemas.microsoft.com/office/drawing/2014/main" id="{D6B52265-6B1D-2B66-7AAC-02EA407B4DC4}"/>
              </a:ext>
            </a:extLst>
          </p:cNvPr>
          <p:cNvSpPr/>
          <p:nvPr/>
        </p:nvSpPr>
        <p:spPr>
          <a:xfrm>
            <a:off x="5188450" y="1745890"/>
            <a:ext cx="3830618" cy="3724273"/>
          </a:xfrm>
          <a:custGeom>
            <a:avLst/>
            <a:gdLst/>
            <a:ahLst/>
            <a:cxnLst/>
            <a:rect l="l" t="t" r="r" b="b"/>
            <a:pathLst>
              <a:path w="7020352" h="7907740" extrusionOk="0">
                <a:moveTo>
                  <a:pt x="0" y="0"/>
                </a:moveTo>
                <a:lnTo>
                  <a:pt x="7020352" y="0"/>
                </a:lnTo>
                <a:lnTo>
                  <a:pt x="7020352" y="7907740"/>
                </a:lnTo>
                <a:lnTo>
                  <a:pt x="0" y="7907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318" r="-6318"/>
            </a:stretch>
          </a:blipFill>
          <a:ln>
            <a:noFill/>
          </a:ln>
        </p:spPr>
      </p:sp>
      <p:sp>
        <p:nvSpPr>
          <p:cNvPr id="237" name="Google Shape;237;p9">
            <a:extLst>
              <a:ext uri="{FF2B5EF4-FFF2-40B4-BE49-F238E27FC236}">
                <a16:creationId xmlns:a16="http://schemas.microsoft.com/office/drawing/2014/main" id="{0D76C701-DA34-CEC4-1305-307C2E8E7F0D}"/>
              </a:ext>
            </a:extLst>
          </p:cNvPr>
          <p:cNvSpPr txBox="1"/>
          <p:nvPr/>
        </p:nvSpPr>
        <p:spPr>
          <a:xfrm>
            <a:off x="563081" y="2631865"/>
            <a:ext cx="485453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 powerful CNN at its core, EmoVerse model transforms raw facial expressions into real-time emotion detection. This breakthrough bridges AI and human emotions, unlocking endless possibilities—from personalized music therapy to mental wellness solutions. The future of emotion-aware technology starts here!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7866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0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3" name="Google Shape;243;p10"/>
          <p:cNvGrpSpPr/>
          <p:nvPr/>
        </p:nvGrpSpPr>
        <p:grpSpPr>
          <a:xfrm>
            <a:off x="176658" y="817070"/>
            <a:ext cx="8844051" cy="5624827"/>
            <a:chOff x="0" y="-76200"/>
            <a:chExt cx="2863870" cy="1831383"/>
          </a:xfrm>
        </p:grpSpPr>
        <p:sp>
          <p:nvSpPr>
            <p:cNvPr id="244" name="Google Shape;244;p10"/>
            <p:cNvSpPr/>
            <p:nvPr/>
          </p:nvSpPr>
          <p:spPr>
            <a:xfrm>
              <a:off x="0" y="0"/>
              <a:ext cx="2863870" cy="1755183"/>
            </a:xfrm>
            <a:custGeom>
              <a:avLst/>
              <a:gdLst/>
              <a:ahLst/>
              <a:cxnLst/>
              <a:rect l="l" t="t" r="r" b="b"/>
              <a:pathLst>
                <a:path w="2863870" h="1755183" extrusionOk="0">
                  <a:moveTo>
                    <a:pt x="0" y="0"/>
                  </a:moveTo>
                  <a:lnTo>
                    <a:pt x="2863870" y="0"/>
                  </a:lnTo>
                  <a:lnTo>
                    <a:pt x="2863870" y="1755183"/>
                  </a:lnTo>
                  <a:lnTo>
                    <a:pt x="0" y="1755183"/>
                  </a:lnTo>
                  <a:close/>
                </a:path>
              </a:pathLst>
            </a:custGeom>
            <a:solidFill>
              <a:srgbClr val="A1BEA1"/>
            </a:solidFill>
            <a:ln>
              <a:noFill/>
            </a:ln>
          </p:spPr>
        </p:sp>
        <p:sp>
          <p:nvSpPr>
            <p:cNvPr id="245" name="Google Shape;245;p10"/>
            <p:cNvSpPr txBox="1"/>
            <p:nvPr/>
          </p:nvSpPr>
          <p:spPr>
            <a:xfrm>
              <a:off x="0" y="-76200"/>
              <a:ext cx="2863870" cy="1831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10"/>
          <p:cNvSpPr txBox="1"/>
          <p:nvPr/>
        </p:nvSpPr>
        <p:spPr>
          <a:xfrm>
            <a:off x="277402" y="1191802"/>
            <a:ext cx="868994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Link: </a:t>
            </a: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https://www.kaggle.com/datasets/ananthu017/emotion-detection-fer</a:t>
            </a:r>
            <a:endParaRPr lang="en-IN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Jaiswal, A., Raju, A.K. and Deb, S., 2020, June. Facial emotion detection using deep learning. In 2020 international conference for emerging technology (INCET) (pp. 1-5). IEEE.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Chutia, T. and Baruah, N., 2024. A review on emotion detection by using deep learning techniques. Artificial Intelligence Review, 57(8), p.203.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Pereira, R., Mendes, C., Ribeiro, J., Ribeiro, R., </a:t>
            </a:r>
            <a:r>
              <a:rPr lang="en-IN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Miragaia</a:t>
            </a: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R., Rodrigues, N., Costa, N. and Pereira, A., 2024. Systematic review of emotion detection with computer vision and deep learning. Sensors, 24(11), p.3484.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Halkiopoulos</a:t>
            </a: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C., </a:t>
            </a:r>
            <a:r>
              <a:rPr lang="en-IN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Gkintoni</a:t>
            </a: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E., </a:t>
            </a:r>
            <a:r>
              <a:rPr lang="en-IN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Aroutzidis</a:t>
            </a: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A. and Antonopoulou, H., 2025. Advances in neuroimaging and deep learning for emotion detection: A systematic review of cognitive neuroscience and algorithmic innovations. Diagnostics, 15(4), p.456.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On-screen Show (4:3)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Diya Goyal</cp:lastModifiedBy>
  <cp:revision>1</cp:revision>
  <dcterms:created xsi:type="dcterms:W3CDTF">2010-04-09T07:36:15Z</dcterms:created>
  <dcterms:modified xsi:type="dcterms:W3CDTF">2026-05-05T12:27:04Z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